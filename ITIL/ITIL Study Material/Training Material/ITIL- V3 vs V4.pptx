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0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09971-E67B-4DD8-8F4B-9645D5CA93D4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D3E3D-C477-476B-BE69-A7683E4FA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1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4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8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4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6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1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6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1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7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6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774BF-C226-4F3C-9267-8D60B67EB45E}" type="datetimeFigureOut">
              <a:rPr lang="en-US" smtClean="0"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83A-DEE5-4A61-9E98-F1392AD7B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9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ITIL- V3 vs V4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0254" y="4114656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Model Difference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6843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itil v3 vs v4 ppt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74" y="110401"/>
            <a:ext cx="9739746" cy="674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9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ITIL- V3 vs V4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MANAGEMENT PROCESS</dc:title>
  <dc:creator>Narendra Tayi</dc:creator>
  <cp:lastModifiedBy>Narendra Tayi</cp:lastModifiedBy>
  <cp:revision>3</cp:revision>
  <dcterms:created xsi:type="dcterms:W3CDTF">2020-01-29T06:12:36Z</dcterms:created>
  <dcterms:modified xsi:type="dcterms:W3CDTF">2020-01-29T06:20:50Z</dcterms:modified>
</cp:coreProperties>
</file>