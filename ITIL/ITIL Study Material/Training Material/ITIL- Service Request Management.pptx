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0F295-03B1-4A90-89F8-0396C5CD6BE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9A2EA-2F66-4C28-A75A-0FFAFAF1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5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42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90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1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54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24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19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2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72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47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9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1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6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7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0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4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1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6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2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3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5513C-1FFB-4087-9FE3-B97A6432E9D6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1E65-6867-4EC8-9A9F-7343DE3FF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0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1" y="1122363"/>
            <a:ext cx="11901054" cy="2202728"/>
          </a:xfrm>
        </p:spPr>
        <p:txBody>
          <a:bodyPr>
            <a:normAutofit/>
          </a:bodyPr>
          <a:lstStyle/>
          <a:p>
            <a:r>
              <a:rPr lang="en-US" sz="5000" b="1" dirty="0" smtClean="0"/>
              <a:t> </a:t>
            </a:r>
            <a:r>
              <a:rPr lang="en-US" sz="5000" b="1" dirty="0" smtClean="0"/>
              <a:t>SERVICE REQUEST</a:t>
            </a:r>
            <a:r>
              <a:rPr lang="en-US" sz="5000" b="1" dirty="0" smtClean="0"/>
              <a:t> </a:t>
            </a:r>
            <a:r>
              <a:rPr lang="en-US" sz="5000" b="1" dirty="0" smtClean="0"/>
              <a:t>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7" y="4038135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20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7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6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7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3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4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5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Widescreen</PresentationFormat>
  <Paragraphs>11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 SERVICE REQUEST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SERVICE REQUEST MANAGEMENT PROCESS</dc:title>
  <dc:creator>Narendra Tayi</dc:creator>
  <cp:lastModifiedBy>Narendra Tayi</cp:lastModifiedBy>
  <cp:revision>1</cp:revision>
  <dcterms:created xsi:type="dcterms:W3CDTF">2020-07-15T13:50:22Z</dcterms:created>
  <dcterms:modified xsi:type="dcterms:W3CDTF">2020-07-15T13:51:40Z</dcterms:modified>
</cp:coreProperties>
</file>