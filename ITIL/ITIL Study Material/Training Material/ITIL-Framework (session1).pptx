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4"/>
  </p:notesMasterIdLst>
  <p:sldIdLst>
    <p:sldId id="256" r:id="rId3"/>
    <p:sldId id="257" r:id="rId4"/>
    <p:sldId id="258" r:id="rId5"/>
    <p:sldId id="259" r:id="rId6"/>
    <p:sldId id="260" r:id="rId7"/>
    <p:sldId id="261" r:id="rId8"/>
    <p:sldId id="262" r:id="rId9"/>
    <p:sldId id="263" r:id="rId10"/>
    <p:sldId id="264"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1E0C4D-DB3D-44E5-8171-3FE9EAE6FC2C}" type="datetimeFigureOut">
              <a:rPr lang="en-US" smtClean="0"/>
              <a:t>10/21/2020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7189AE-81AC-4A14-BBDF-D5672ED7C15F}" type="slidenum">
              <a:rPr lang="en-US" smtClean="0"/>
              <a:t>‹#›</a:t>
            </a:fld>
            <a:endParaRPr lang="en-US"/>
          </a:p>
        </p:txBody>
      </p:sp>
    </p:spTree>
    <p:extLst>
      <p:ext uri="{BB962C8B-B14F-4D97-AF65-F5344CB8AC3E}">
        <p14:creationId xmlns:p14="http://schemas.microsoft.com/office/powerpoint/2010/main" val="1200292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tabLst/>
              <a:defRPr/>
            </a:pPr>
            <a:fld id="{7AE90029-A909-AD4E-9775-A0D64990AD2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3429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54971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tabLst/>
              <a:defRPr/>
            </a:pPr>
            <a:fld id="{7AE90029-A909-AD4E-9775-A0D64990AD2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3429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14883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9F1808B-1D45-43F6-9F75-A26C1DEB8C51}" type="datetimeFigureOut">
              <a:rPr lang="en-US" smtClean="0"/>
              <a:t>10/21/2020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3C8589-ABD3-4F40-94C2-521B588CDDC2}" type="slidenum">
              <a:rPr lang="en-US" smtClean="0"/>
              <a:t>‹#›</a:t>
            </a:fld>
            <a:endParaRPr lang="en-US"/>
          </a:p>
        </p:txBody>
      </p:sp>
    </p:spTree>
    <p:extLst>
      <p:ext uri="{BB962C8B-B14F-4D97-AF65-F5344CB8AC3E}">
        <p14:creationId xmlns:p14="http://schemas.microsoft.com/office/powerpoint/2010/main" val="3391240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F1808B-1D45-43F6-9F75-A26C1DEB8C51}" type="datetimeFigureOut">
              <a:rPr lang="en-US" smtClean="0"/>
              <a:t>10/21/2020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3C8589-ABD3-4F40-94C2-521B588CDDC2}" type="slidenum">
              <a:rPr lang="en-US" smtClean="0"/>
              <a:t>‹#›</a:t>
            </a:fld>
            <a:endParaRPr lang="en-US"/>
          </a:p>
        </p:txBody>
      </p:sp>
    </p:spTree>
    <p:extLst>
      <p:ext uri="{BB962C8B-B14F-4D97-AF65-F5344CB8AC3E}">
        <p14:creationId xmlns:p14="http://schemas.microsoft.com/office/powerpoint/2010/main" val="1965253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9F1808B-1D45-43F6-9F75-A26C1DEB8C51}" type="datetimeFigureOut">
              <a:rPr lang="en-US" smtClean="0"/>
              <a:t>10/21/2020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3C8589-ABD3-4F40-94C2-521B588CDDC2}" type="slidenum">
              <a:rPr lang="en-US" smtClean="0"/>
              <a:t>‹#›</a:t>
            </a:fld>
            <a:endParaRPr lang="en-US"/>
          </a:p>
        </p:txBody>
      </p:sp>
    </p:spTree>
    <p:extLst>
      <p:ext uri="{BB962C8B-B14F-4D97-AF65-F5344CB8AC3E}">
        <p14:creationId xmlns:p14="http://schemas.microsoft.com/office/powerpoint/2010/main" val="2217052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9F1808B-1D45-43F6-9F75-A26C1DEB8C51}" type="datetimeFigureOut">
              <a:rPr lang="en-US" smtClean="0"/>
              <a:t>10/21/2020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3C8589-ABD3-4F40-94C2-521B588CDDC2}" type="slidenum">
              <a:rPr lang="en-US" smtClean="0"/>
              <a:t>‹#›</a:t>
            </a:fld>
            <a:endParaRPr lang="en-US"/>
          </a:p>
        </p:txBody>
      </p:sp>
    </p:spTree>
    <p:extLst>
      <p:ext uri="{BB962C8B-B14F-4D97-AF65-F5344CB8AC3E}">
        <p14:creationId xmlns:p14="http://schemas.microsoft.com/office/powerpoint/2010/main" val="1310957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9F1808B-1D45-43F6-9F75-A26C1DEB8C51}" type="datetimeFigureOut">
              <a:rPr lang="en-US" smtClean="0"/>
              <a:t>10/21/2020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3C8589-ABD3-4F40-94C2-521B588CDDC2}" type="slidenum">
              <a:rPr lang="en-US" smtClean="0"/>
              <a:t>‹#›</a:t>
            </a:fld>
            <a:endParaRPr lang="en-US"/>
          </a:p>
        </p:txBody>
      </p:sp>
    </p:spTree>
    <p:extLst>
      <p:ext uri="{BB962C8B-B14F-4D97-AF65-F5344CB8AC3E}">
        <p14:creationId xmlns:p14="http://schemas.microsoft.com/office/powerpoint/2010/main" val="835936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9F1808B-1D45-43F6-9F75-A26C1DEB8C51}" type="datetimeFigureOut">
              <a:rPr lang="en-US" smtClean="0"/>
              <a:t>10/21/2020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03C8589-ABD3-4F40-94C2-521B588CDDC2}" type="slidenum">
              <a:rPr lang="en-US" smtClean="0"/>
              <a:t>‹#›</a:t>
            </a:fld>
            <a:endParaRPr lang="en-US"/>
          </a:p>
        </p:txBody>
      </p:sp>
    </p:spTree>
    <p:extLst>
      <p:ext uri="{BB962C8B-B14F-4D97-AF65-F5344CB8AC3E}">
        <p14:creationId xmlns:p14="http://schemas.microsoft.com/office/powerpoint/2010/main" val="1854453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F1808B-1D45-43F6-9F75-A26C1DEB8C51}" type="datetimeFigureOut">
              <a:rPr lang="en-US" smtClean="0"/>
              <a:t>10/21/2020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03C8589-ABD3-4F40-94C2-521B588CDDC2}" type="slidenum">
              <a:rPr lang="en-US" smtClean="0"/>
              <a:t>‹#›</a:t>
            </a:fld>
            <a:endParaRPr lang="en-US"/>
          </a:p>
        </p:txBody>
      </p:sp>
    </p:spTree>
    <p:extLst>
      <p:ext uri="{BB962C8B-B14F-4D97-AF65-F5344CB8AC3E}">
        <p14:creationId xmlns:p14="http://schemas.microsoft.com/office/powerpoint/2010/main" val="3643818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F1808B-1D45-43F6-9F75-A26C1DEB8C51}" type="datetimeFigureOut">
              <a:rPr lang="en-US" smtClean="0"/>
              <a:t>10/21/2020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3C8589-ABD3-4F40-94C2-521B588CDDC2}" type="slidenum">
              <a:rPr lang="en-US" smtClean="0"/>
              <a:t>‹#›</a:t>
            </a:fld>
            <a:endParaRPr lang="en-US"/>
          </a:p>
        </p:txBody>
      </p:sp>
    </p:spTree>
    <p:extLst>
      <p:ext uri="{BB962C8B-B14F-4D97-AF65-F5344CB8AC3E}">
        <p14:creationId xmlns:p14="http://schemas.microsoft.com/office/powerpoint/2010/main" val="4151430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F1808B-1D45-43F6-9F75-A26C1DEB8C51}" type="datetimeFigureOut">
              <a:rPr lang="en-US" smtClean="0"/>
              <a:t>10/21/2020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3C8589-ABD3-4F40-94C2-521B588CDDC2}" type="slidenum">
              <a:rPr lang="en-US" smtClean="0"/>
              <a:t>‹#›</a:t>
            </a:fld>
            <a:endParaRPr lang="en-US"/>
          </a:p>
        </p:txBody>
      </p:sp>
    </p:spTree>
    <p:extLst>
      <p:ext uri="{BB962C8B-B14F-4D97-AF65-F5344CB8AC3E}">
        <p14:creationId xmlns:p14="http://schemas.microsoft.com/office/powerpoint/2010/main" val="994826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F1808B-1D45-43F6-9F75-A26C1DEB8C51}" type="datetimeFigureOut">
              <a:rPr lang="en-US" smtClean="0"/>
              <a:t>10/21/2020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3C8589-ABD3-4F40-94C2-521B588CDDC2}" type="slidenum">
              <a:rPr lang="en-US" smtClean="0"/>
              <a:t>‹#›</a:t>
            </a:fld>
            <a:endParaRPr lang="en-US"/>
          </a:p>
        </p:txBody>
      </p:sp>
    </p:spTree>
    <p:extLst>
      <p:ext uri="{BB962C8B-B14F-4D97-AF65-F5344CB8AC3E}">
        <p14:creationId xmlns:p14="http://schemas.microsoft.com/office/powerpoint/2010/main" val="2867875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F1808B-1D45-43F6-9F75-A26C1DEB8C51}" type="datetimeFigureOut">
              <a:rPr lang="en-US" smtClean="0"/>
              <a:t>10/21/2020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3C8589-ABD3-4F40-94C2-521B588CDDC2}" type="slidenum">
              <a:rPr lang="en-US" smtClean="0"/>
              <a:t>‹#›</a:t>
            </a:fld>
            <a:endParaRPr lang="en-US"/>
          </a:p>
        </p:txBody>
      </p:sp>
    </p:spTree>
    <p:extLst>
      <p:ext uri="{BB962C8B-B14F-4D97-AF65-F5344CB8AC3E}">
        <p14:creationId xmlns:p14="http://schemas.microsoft.com/office/powerpoint/2010/main" val="669660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Title">
    <p:spTree>
      <p:nvGrpSpPr>
        <p:cNvPr id="1" name=""/>
        <p:cNvGrpSpPr/>
        <p:nvPr/>
      </p:nvGrpSpPr>
      <p:grpSpPr>
        <a:xfrm>
          <a:off x="0" y="0"/>
          <a:ext cx="0" cy="0"/>
          <a:chOff x="0" y="0"/>
          <a:chExt cx="0" cy="0"/>
        </a:xfrm>
      </p:grpSpPr>
      <p:sp>
        <p:nvSpPr>
          <p:cNvPr id="8" name="Text Placeholder 4"/>
          <p:cNvSpPr>
            <a:spLocks noGrp="1"/>
          </p:cNvSpPr>
          <p:nvPr>
            <p:ph type="body" sz="quarter" idx="10" hasCustomPrompt="1"/>
          </p:nvPr>
        </p:nvSpPr>
        <p:spPr>
          <a:xfrm>
            <a:off x="843842" y="1889829"/>
            <a:ext cx="9934225" cy="993073"/>
          </a:xfrm>
          <a:prstGeom prst="rect">
            <a:avLst/>
          </a:prstGeom>
        </p:spPr>
        <p:txBody>
          <a:bodyPr lIns="68580" tIns="0" rIns="68580" bIns="34290">
            <a:noAutofit/>
          </a:bodyPr>
          <a:lstStyle>
            <a:lvl1pPr marL="0" indent="0">
              <a:lnSpc>
                <a:spcPct val="85000"/>
              </a:lnSpc>
              <a:spcBef>
                <a:spcPts val="0"/>
              </a:spcBef>
              <a:buNone/>
              <a:defRPr sz="5467" kern="0" cap="all" spc="-100" baseline="0">
                <a:latin typeface="Arial Black"/>
                <a:cs typeface="Arial Black"/>
              </a:defRPr>
            </a:lvl1pPr>
          </a:lstStyle>
          <a:p>
            <a:pPr lvl="0"/>
            <a:r>
              <a:rPr lang="en-US" dirty="0" smtClean="0"/>
              <a:t>Click to add title</a:t>
            </a:r>
            <a:endParaRPr lang="en-US" dirty="0"/>
          </a:p>
        </p:txBody>
      </p:sp>
      <p:sp>
        <p:nvSpPr>
          <p:cNvPr id="9" name="Text Placeholder 5"/>
          <p:cNvSpPr>
            <a:spLocks noGrp="1"/>
          </p:cNvSpPr>
          <p:nvPr>
            <p:ph type="body" sz="quarter" idx="11" hasCustomPrompt="1"/>
          </p:nvPr>
        </p:nvSpPr>
        <p:spPr>
          <a:xfrm>
            <a:off x="877423" y="3839366"/>
            <a:ext cx="3454920" cy="349648"/>
          </a:xfrm>
          <a:prstGeom prst="rect">
            <a:avLst/>
          </a:prstGeom>
          <a:solidFill>
            <a:schemeClr val="accent2"/>
          </a:solidFill>
        </p:spPr>
        <p:txBody>
          <a:bodyPr wrap="none" lIns="68580" tIns="27432" rIns="68580" bIns="34290">
            <a:spAutoFit/>
          </a:bodyPr>
          <a:lstStyle>
            <a:lvl1pPr marL="0" indent="0">
              <a:spcBef>
                <a:spcPts val="0"/>
              </a:spcBef>
              <a:buFontTx/>
              <a:buNone/>
              <a:defRPr sz="1867" cap="all" baseline="0">
                <a:solidFill>
                  <a:srgbClr val="FFFFFF"/>
                </a:solidFill>
                <a:latin typeface="Arial Black"/>
                <a:cs typeface="Arial Black"/>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dirty="0" smtClean="0"/>
              <a:t>CLICK TO ADD SUBTITLE</a:t>
            </a:r>
            <a:endParaRPr lang="en-US" dirty="0"/>
          </a:p>
        </p:txBody>
      </p:sp>
      <p:sp>
        <p:nvSpPr>
          <p:cNvPr id="11" name="Text Placeholder 11"/>
          <p:cNvSpPr>
            <a:spLocks noGrp="1"/>
          </p:cNvSpPr>
          <p:nvPr>
            <p:ph type="body" sz="quarter" idx="17" hasCustomPrompt="1"/>
          </p:nvPr>
        </p:nvSpPr>
        <p:spPr>
          <a:xfrm>
            <a:off x="880532" y="5459486"/>
            <a:ext cx="4866216" cy="373063"/>
          </a:xfrm>
          <a:prstGeom prst="rect">
            <a:avLst/>
          </a:prstGeom>
        </p:spPr>
        <p:txBody>
          <a:bodyPr lIns="68580" tIns="34290" rIns="68580" bIns="34290">
            <a:normAutofit/>
          </a:bodyPr>
          <a:lstStyle>
            <a:lvl1pPr marL="0" indent="0">
              <a:buNone/>
              <a:defRPr sz="1867" baseline="0">
                <a:solidFill>
                  <a:schemeClr val="tx1"/>
                </a:solidFill>
              </a:defRPr>
            </a:lvl1pPr>
          </a:lstStyle>
          <a:p>
            <a:pPr lvl="0"/>
            <a:r>
              <a:rPr lang="en-US" dirty="0" smtClean="0"/>
              <a:t>MONTH DATE, YEAR</a:t>
            </a:r>
            <a:endParaRPr lang="en-US" dirty="0"/>
          </a:p>
        </p:txBody>
      </p:sp>
      <p:sp>
        <p:nvSpPr>
          <p:cNvPr id="3" name="Picture Placeholder 2"/>
          <p:cNvSpPr>
            <a:spLocks noGrp="1"/>
          </p:cNvSpPr>
          <p:nvPr>
            <p:ph type="pic" sz="quarter" idx="18" hasCustomPrompt="1"/>
          </p:nvPr>
        </p:nvSpPr>
        <p:spPr>
          <a:xfrm>
            <a:off x="837173" y="673102"/>
            <a:ext cx="1658003" cy="610983"/>
          </a:xfrm>
          <a:prstGeom prst="rect">
            <a:avLst/>
          </a:prstGeom>
        </p:spPr>
        <p:txBody>
          <a:bodyPr vert="horz" lIns="68580" tIns="34290" rIns="68580" bIns="34290"/>
          <a:lstStyle>
            <a:lvl1pPr marL="0" indent="0" algn="ctr">
              <a:buNone/>
              <a:defRPr/>
            </a:lvl1pPr>
          </a:lstStyle>
          <a:p>
            <a:r>
              <a:rPr lang="en-US" dirty="0" smtClean="0"/>
              <a:t>logo</a:t>
            </a:r>
            <a:endParaRPr lang="en-US" dirty="0"/>
          </a:p>
        </p:txBody>
      </p:sp>
      <p:sp>
        <p:nvSpPr>
          <p:cNvPr id="17" name="Picture Placeholder 2"/>
          <p:cNvSpPr>
            <a:spLocks noGrp="1"/>
          </p:cNvSpPr>
          <p:nvPr>
            <p:ph type="pic" sz="quarter" idx="19" hasCustomPrompt="1"/>
          </p:nvPr>
        </p:nvSpPr>
        <p:spPr>
          <a:xfrm>
            <a:off x="3048469" y="673101"/>
            <a:ext cx="1882121" cy="611841"/>
          </a:xfrm>
          <a:prstGeom prst="rect">
            <a:avLst/>
          </a:prstGeom>
        </p:spPr>
        <p:txBody>
          <a:bodyPr vert="horz" lIns="68580" tIns="34290" rIns="68580" bIns="34290"/>
          <a:lstStyle>
            <a:lvl1pPr marL="0" indent="0" algn="ctr">
              <a:buNone/>
              <a:defRPr/>
            </a:lvl1pPr>
          </a:lstStyle>
          <a:p>
            <a:r>
              <a:rPr lang="en-US" dirty="0" smtClean="0"/>
              <a:t>logo</a:t>
            </a:r>
            <a:endParaRPr lang="en-US" dirty="0"/>
          </a:p>
        </p:txBody>
      </p:sp>
      <p:cxnSp>
        <p:nvCxnSpPr>
          <p:cNvPr id="5" name="Straight Connector 4"/>
          <p:cNvCxnSpPr/>
          <p:nvPr userDrawn="1"/>
        </p:nvCxnSpPr>
        <p:spPr>
          <a:xfrm>
            <a:off x="2764117" y="761999"/>
            <a:ext cx="0" cy="463176"/>
          </a:xfrm>
          <a:prstGeom prst="line">
            <a:avLst/>
          </a:prstGeom>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0445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sp>
        <p:nvSpPr>
          <p:cNvPr id="11" name="Picture Placeholder 10"/>
          <p:cNvSpPr>
            <a:spLocks noGrp="1"/>
          </p:cNvSpPr>
          <p:nvPr>
            <p:ph type="pic" sz="quarter" idx="18" hasCustomPrompt="1"/>
          </p:nvPr>
        </p:nvSpPr>
        <p:spPr>
          <a:xfrm>
            <a:off x="0" y="0"/>
            <a:ext cx="12192000" cy="6858000"/>
          </a:xfrm>
          <a:prstGeom prst="rect">
            <a:avLst/>
          </a:prstGeom>
        </p:spPr>
        <p:txBody>
          <a:bodyPr vert="horz" lIns="68580" tIns="34290" rIns="68580" bIns="34290" anchor="ctr"/>
          <a:lstStyle>
            <a:lvl1pPr marL="0" indent="0" algn="ctr">
              <a:buNone/>
              <a:defRPr/>
            </a:lvl1pPr>
          </a:lstStyle>
          <a:p>
            <a:r>
              <a:rPr lang="en-US" dirty="0" smtClean="0"/>
              <a:t>Background Image</a:t>
            </a:r>
            <a:endParaRPr lang="en-US" dirty="0"/>
          </a:p>
        </p:txBody>
      </p:sp>
      <p:sp>
        <p:nvSpPr>
          <p:cNvPr id="3" name="Text Placeholder 4"/>
          <p:cNvSpPr>
            <a:spLocks noGrp="1"/>
          </p:cNvSpPr>
          <p:nvPr>
            <p:ph type="body" sz="quarter" idx="15" hasCustomPrompt="1"/>
          </p:nvPr>
        </p:nvSpPr>
        <p:spPr>
          <a:xfrm>
            <a:off x="842433" y="2075578"/>
            <a:ext cx="9213851" cy="742319"/>
          </a:xfrm>
          <a:prstGeom prst="rect">
            <a:avLst/>
          </a:prstGeom>
        </p:spPr>
        <p:txBody>
          <a:bodyPr lIns="68580" tIns="34290" rIns="68580" bIns="34290">
            <a:spAutoFit/>
          </a:bodyPr>
          <a:lstStyle>
            <a:lvl1pPr marL="0" indent="0">
              <a:lnSpc>
                <a:spcPct val="80000"/>
              </a:lnSpc>
              <a:spcBef>
                <a:spcPts val="0"/>
              </a:spcBef>
              <a:buNone/>
              <a:defRPr sz="5467" spc="-200">
                <a:solidFill>
                  <a:schemeClr val="bg1"/>
                </a:solidFill>
                <a:latin typeface="Arial Black"/>
                <a:cs typeface="Arial Black"/>
              </a:defRPr>
            </a:lvl1pPr>
            <a:lvl2pPr>
              <a:defRPr sz="6000">
                <a:latin typeface="Arial Black"/>
                <a:cs typeface="Arial Black"/>
              </a:defRPr>
            </a:lvl2pPr>
            <a:lvl3pPr>
              <a:defRPr sz="6000">
                <a:latin typeface="Arial Black"/>
                <a:cs typeface="Arial Black"/>
              </a:defRPr>
            </a:lvl3pPr>
            <a:lvl4pPr>
              <a:defRPr sz="6000">
                <a:latin typeface="Arial Black"/>
                <a:cs typeface="Arial Black"/>
              </a:defRPr>
            </a:lvl4pPr>
            <a:lvl5pPr>
              <a:defRPr sz="6000">
                <a:latin typeface="Arial Black"/>
                <a:cs typeface="Arial Black"/>
              </a:defRPr>
            </a:lvl5pPr>
          </a:lstStyle>
          <a:p>
            <a:pPr lvl="0"/>
            <a:r>
              <a:rPr lang="en-US" dirty="0" smtClean="0"/>
              <a:t>CLICK TO ADD TITLE</a:t>
            </a:r>
          </a:p>
        </p:txBody>
      </p:sp>
      <p:sp>
        <p:nvSpPr>
          <p:cNvPr id="4" name="Text Placeholder 7"/>
          <p:cNvSpPr>
            <a:spLocks noGrp="1"/>
          </p:cNvSpPr>
          <p:nvPr>
            <p:ph type="body" sz="quarter" idx="16" hasCustomPrompt="1"/>
          </p:nvPr>
        </p:nvSpPr>
        <p:spPr>
          <a:xfrm>
            <a:off x="880534" y="4453469"/>
            <a:ext cx="8650817" cy="356572"/>
          </a:xfrm>
          <a:prstGeom prst="rect">
            <a:avLst/>
          </a:prstGeom>
        </p:spPr>
        <p:txBody>
          <a:bodyPr lIns="68580" tIns="34290" rIns="68580" bIns="34290">
            <a:spAutoFit/>
          </a:bodyPr>
          <a:lstStyle>
            <a:lvl1pPr marL="0" indent="0">
              <a:lnSpc>
                <a:spcPct val="100000"/>
              </a:lnSpc>
              <a:spcBef>
                <a:spcPts val="0"/>
              </a:spcBef>
              <a:buFontTx/>
              <a:buNone/>
              <a:defRPr sz="1867">
                <a:solidFill>
                  <a:schemeClr val="bg1"/>
                </a:solidFill>
                <a:latin typeface="Arial Black"/>
                <a:cs typeface="Arial Black"/>
              </a:defRPr>
            </a:lvl1pPr>
          </a:lstStyle>
          <a:p>
            <a:pPr lvl="0"/>
            <a:r>
              <a:rPr lang="en-US" dirty="0" smtClean="0"/>
              <a:t>CLICK TO ADD SUBTITLE</a:t>
            </a:r>
            <a:endParaRPr lang="en-US" dirty="0"/>
          </a:p>
        </p:txBody>
      </p:sp>
      <p:sp>
        <p:nvSpPr>
          <p:cNvPr id="5" name="Text Placeholder 11"/>
          <p:cNvSpPr>
            <a:spLocks noGrp="1"/>
          </p:cNvSpPr>
          <p:nvPr>
            <p:ph type="body" sz="quarter" idx="17" hasCustomPrompt="1"/>
          </p:nvPr>
        </p:nvSpPr>
        <p:spPr>
          <a:xfrm>
            <a:off x="880532" y="5459486"/>
            <a:ext cx="4866216" cy="373063"/>
          </a:xfrm>
          <a:prstGeom prst="rect">
            <a:avLst/>
          </a:prstGeom>
        </p:spPr>
        <p:txBody>
          <a:bodyPr lIns="68580" tIns="34290" rIns="68580" bIns="34290">
            <a:normAutofit/>
          </a:bodyPr>
          <a:lstStyle>
            <a:lvl1pPr marL="0" indent="0">
              <a:buNone/>
              <a:defRPr sz="1867" baseline="0">
                <a:solidFill>
                  <a:schemeClr val="accent2"/>
                </a:solidFill>
              </a:defRPr>
            </a:lvl1pPr>
          </a:lstStyle>
          <a:p>
            <a:pPr lvl="0"/>
            <a:r>
              <a:rPr lang="en-US" dirty="0" smtClean="0"/>
              <a:t>MONTH DATE, YEAR</a:t>
            </a:r>
            <a:endParaRPr lang="en-US" dirty="0"/>
          </a:p>
        </p:txBody>
      </p:sp>
      <p:sp>
        <p:nvSpPr>
          <p:cNvPr id="7" name="Picture Placeholder 2"/>
          <p:cNvSpPr>
            <a:spLocks noGrp="1"/>
          </p:cNvSpPr>
          <p:nvPr>
            <p:ph type="pic" sz="quarter" idx="19" hasCustomPrompt="1"/>
          </p:nvPr>
        </p:nvSpPr>
        <p:spPr>
          <a:xfrm>
            <a:off x="837173" y="673102"/>
            <a:ext cx="1658003" cy="610983"/>
          </a:xfrm>
          <a:prstGeom prst="rect">
            <a:avLst/>
          </a:prstGeom>
        </p:spPr>
        <p:txBody>
          <a:bodyPr vert="horz" lIns="68580" tIns="34290" rIns="68580" bIns="34290"/>
          <a:lstStyle>
            <a:lvl1pPr marL="0" indent="0" algn="ctr">
              <a:buNone/>
              <a:defRPr/>
            </a:lvl1pPr>
          </a:lstStyle>
          <a:p>
            <a:r>
              <a:rPr lang="en-US" dirty="0" smtClean="0"/>
              <a:t>logo</a:t>
            </a:r>
            <a:endParaRPr lang="en-US" dirty="0"/>
          </a:p>
        </p:txBody>
      </p:sp>
    </p:spTree>
    <p:extLst>
      <p:ext uri="{BB962C8B-B14F-4D97-AF65-F5344CB8AC3E}">
        <p14:creationId xmlns:p14="http://schemas.microsoft.com/office/powerpoint/2010/main" val="11635709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Title Only">
    <p:spTree>
      <p:nvGrpSpPr>
        <p:cNvPr id="1" name=""/>
        <p:cNvGrpSpPr/>
        <p:nvPr/>
      </p:nvGrpSpPr>
      <p:grpSpPr>
        <a:xfrm>
          <a:off x="0" y="0"/>
          <a:ext cx="0" cy="0"/>
          <a:chOff x="0" y="0"/>
          <a:chExt cx="0" cy="0"/>
        </a:xfrm>
      </p:grpSpPr>
      <p:sp>
        <p:nvSpPr>
          <p:cNvPr id="3" name="Text Placeholder 6"/>
          <p:cNvSpPr>
            <a:spLocks noGrp="1"/>
          </p:cNvSpPr>
          <p:nvPr>
            <p:ph type="body" sz="quarter" idx="10" hasCustomPrompt="1"/>
          </p:nvPr>
        </p:nvSpPr>
        <p:spPr>
          <a:xfrm>
            <a:off x="0" y="0"/>
            <a:ext cx="12192000" cy="932688"/>
          </a:xfrm>
          <a:prstGeom prst="rect">
            <a:avLst/>
          </a:prstGeom>
          <a:solidFill>
            <a:schemeClr val="bg1"/>
          </a:solidFill>
          <a:ln>
            <a:noFill/>
          </a:ln>
          <a:effectLst>
            <a:outerShdw blurRad="40005" dist="25400" dir="5400000" algn="t" rotWithShape="0">
              <a:prstClr val="black">
                <a:alpha val="30000"/>
              </a:prstClr>
            </a:outerShdw>
          </a:effectLst>
        </p:spPr>
        <p:txBody>
          <a:bodyPr lIns="274320" tIns="34290" rIns="68580" bIns="34290" anchor="ctr" anchorCtr="0">
            <a:normAutofit/>
          </a:bodyPr>
          <a:lstStyle>
            <a:lvl1pPr marL="0" indent="0">
              <a:buNone/>
              <a:defRPr sz="2667" baseline="0">
                <a:latin typeface="Arial Black"/>
                <a:cs typeface="Arial Black"/>
              </a:defRPr>
            </a:lvl1pPr>
          </a:lstStyle>
          <a:p>
            <a:pPr lvl="0"/>
            <a:r>
              <a:rPr lang="en-US" dirty="0" smtClean="0"/>
              <a:t>CLICK TO ADD TITLE</a:t>
            </a:r>
            <a:endParaRPr lang="en-US" dirty="0"/>
          </a:p>
        </p:txBody>
      </p:sp>
    </p:spTree>
    <p:extLst>
      <p:ext uri="{BB962C8B-B14F-4D97-AF65-F5344CB8AC3E}">
        <p14:creationId xmlns:p14="http://schemas.microsoft.com/office/powerpoint/2010/main" val="7710371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mp; Content">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0" y="0"/>
            <a:ext cx="12192000" cy="932688"/>
          </a:xfrm>
          <a:prstGeom prst="rect">
            <a:avLst/>
          </a:prstGeom>
          <a:solidFill>
            <a:schemeClr val="bg1"/>
          </a:solidFill>
          <a:ln>
            <a:noFill/>
          </a:ln>
          <a:effectLst>
            <a:outerShdw blurRad="40005" dist="25400" dir="5400000" algn="t" rotWithShape="0">
              <a:prstClr val="black">
                <a:alpha val="30000"/>
              </a:prstClr>
            </a:outerShdw>
          </a:effectLst>
        </p:spPr>
        <p:txBody>
          <a:bodyPr lIns="274320" tIns="34290" rIns="68580" bIns="34290" anchor="ctr" anchorCtr="0">
            <a:normAutofit/>
          </a:bodyPr>
          <a:lstStyle>
            <a:lvl1pPr marL="0" indent="0">
              <a:buNone/>
              <a:defRPr sz="2667" baseline="0">
                <a:latin typeface="Arial Black"/>
                <a:cs typeface="Arial Black"/>
              </a:defRPr>
            </a:lvl1pPr>
          </a:lstStyle>
          <a:p>
            <a:pPr lvl="0"/>
            <a:r>
              <a:rPr lang="en-US" dirty="0" smtClean="0"/>
              <a:t>CLICK TO ADD TITLE</a:t>
            </a:r>
            <a:endParaRPr lang="en-US" dirty="0"/>
          </a:p>
        </p:txBody>
      </p:sp>
      <p:sp>
        <p:nvSpPr>
          <p:cNvPr id="8" name="Text Placeholder 2"/>
          <p:cNvSpPr>
            <a:spLocks noGrp="1"/>
          </p:cNvSpPr>
          <p:nvPr>
            <p:ph idx="1" hasCustomPrompt="1"/>
          </p:nvPr>
        </p:nvSpPr>
        <p:spPr>
          <a:xfrm>
            <a:off x="469964" y="1438656"/>
            <a:ext cx="11119104" cy="4511040"/>
          </a:xfrm>
          <a:prstGeom prst="rect">
            <a:avLst/>
          </a:prstGeom>
        </p:spPr>
        <p:txBody>
          <a:bodyPr vert="horz" lIns="68580" tIns="34290" rIns="68580" bIns="34290" rtlCol="0">
            <a:normAutofit/>
          </a:bodyPr>
          <a:lstStyle>
            <a:lvl1pPr marL="0" indent="0">
              <a:lnSpc>
                <a:spcPct val="120000"/>
              </a:lnSpc>
              <a:spcBef>
                <a:spcPts val="0"/>
              </a:spcBef>
              <a:buNone/>
              <a:defRPr sz="1867"/>
            </a:lvl1pPr>
            <a:lvl2pPr>
              <a:defRPr sz="1600"/>
            </a:lvl2pPr>
            <a:lvl3pPr>
              <a:defRPr sz="1467"/>
            </a:lvl3pPr>
          </a:lstStyle>
          <a:p>
            <a:pPr lvl="0"/>
            <a:r>
              <a:rPr lang="en-US" dirty="0" smtClean="0">
                <a:solidFill>
                  <a:srgbClr val="444444"/>
                </a:solidFill>
              </a:rPr>
              <a:t>Click to add text - Lorem </a:t>
            </a:r>
            <a:r>
              <a:rPr lang="en-US" dirty="0" err="1" smtClean="0">
                <a:solidFill>
                  <a:srgbClr val="444444"/>
                </a:solidFill>
              </a:rPr>
              <a:t>ipsum</a:t>
            </a:r>
            <a:r>
              <a:rPr lang="en-US" dirty="0" smtClean="0">
                <a:solidFill>
                  <a:srgbClr val="444444"/>
                </a:solidFill>
              </a:rPr>
              <a:t> dolor sit </a:t>
            </a:r>
            <a:r>
              <a:rPr lang="en-US" dirty="0" err="1" smtClean="0">
                <a:solidFill>
                  <a:srgbClr val="444444"/>
                </a:solidFill>
              </a:rPr>
              <a:t>amet</a:t>
            </a:r>
            <a:r>
              <a:rPr lang="en-US" dirty="0" smtClean="0">
                <a:solidFill>
                  <a:srgbClr val="444444"/>
                </a:solidFill>
              </a:rPr>
              <a:t>, </a:t>
            </a:r>
            <a:r>
              <a:rPr lang="en-US" dirty="0" err="1" smtClean="0">
                <a:solidFill>
                  <a:srgbClr val="444444"/>
                </a:solidFill>
              </a:rPr>
              <a:t>consectetur</a:t>
            </a:r>
            <a:r>
              <a:rPr lang="en-US" dirty="0" smtClean="0">
                <a:solidFill>
                  <a:srgbClr val="444444"/>
                </a:solidFill>
              </a:rPr>
              <a:t> adipiscing </a:t>
            </a:r>
            <a:r>
              <a:rPr lang="en-US" dirty="0" err="1" smtClean="0">
                <a:solidFill>
                  <a:srgbClr val="444444"/>
                </a:solidFill>
              </a:rPr>
              <a:t>elit</a:t>
            </a:r>
            <a:r>
              <a:rPr lang="en-US" dirty="0" smtClean="0">
                <a:solidFill>
                  <a:srgbClr val="444444"/>
                </a:solidFill>
              </a:rPr>
              <a:t>. </a:t>
            </a:r>
            <a:r>
              <a:rPr lang="en-US" dirty="0" err="1" smtClean="0">
                <a:solidFill>
                  <a:srgbClr val="444444"/>
                </a:solidFill>
              </a:rPr>
              <a:t>Ut</a:t>
            </a:r>
            <a:r>
              <a:rPr lang="en-US" dirty="0" smtClean="0">
                <a:solidFill>
                  <a:srgbClr val="444444"/>
                </a:solidFill>
              </a:rPr>
              <a:t> vitae </a:t>
            </a:r>
            <a:r>
              <a:rPr lang="en-US" dirty="0" err="1" smtClean="0">
                <a:solidFill>
                  <a:srgbClr val="444444"/>
                </a:solidFill>
              </a:rPr>
              <a:t>laoreet</a:t>
            </a:r>
            <a:r>
              <a:rPr lang="en-US" dirty="0" smtClean="0">
                <a:solidFill>
                  <a:srgbClr val="444444"/>
                </a:solidFill>
              </a:rPr>
              <a:t> </a:t>
            </a:r>
            <a:r>
              <a:rPr lang="en-US" dirty="0" err="1" smtClean="0">
                <a:solidFill>
                  <a:srgbClr val="444444"/>
                </a:solidFill>
              </a:rPr>
              <a:t>mauris</a:t>
            </a:r>
            <a:r>
              <a:rPr lang="en-US" dirty="0" smtClean="0">
                <a:solidFill>
                  <a:srgbClr val="444444"/>
                </a:solidFill>
              </a:rPr>
              <a:t>. </a:t>
            </a:r>
            <a:r>
              <a:rPr lang="en-US" dirty="0" err="1" smtClean="0">
                <a:solidFill>
                  <a:srgbClr val="444444"/>
                </a:solidFill>
              </a:rPr>
              <a:t>Sed</a:t>
            </a:r>
            <a:r>
              <a:rPr lang="en-US" dirty="0" smtClean="0">
                <a:solidFill>
                  <a:srgbClr val="444444"/>
                </a:solidFill>
              </a:rPr>
              <a:t> </a:t>
            </a:r>
            <a:r>
              <a:rPr lang="en-US" dirty="0" err="1" smtClean="0">
                <a:solidFill>
                  <a:srgbClr val="444444"/>
                </a:solidFill>
              </a:rPr>
              <a:t>eleifend</a:t>
            </a:r>
            <a:r>
              <a:rPr lang="en-US" dirty="0" smtClean="0">
                <a:solidFill>
                  <a:srgbClr val="444444"/>
                </a:solidFill>
              </a:rPr>
              <a:t> </a:t>
            </a:r>
            <a:r>
              <a:rPr lang="en-US" dirty="0" err="1" smtClean="0">
                <a:solidFill>
                  <a:srgbClr val="444444"/>
                </a:solidFill>
              </a:rPr>
              <a:t>lorem</a:t>
            </a:r>
            <a:r>
              <a:rPr lang="en-US" dirty="0" smtClean="0">
                <a:solidFill>
                  <a:srgbClr val="444444"/>
                </a:solidFill>
              </a:rPr>
              <a:t> a </a:t>
            </a:r>
            <a:r>
              <a:rPr lang="en-US" dirty="0" err="1" smtClean="0">
                <a:solidFill>
                  <a:srgbClr val="444444"/>
                </a:solidFill>
              </a:rPr>
              <a:t>purus</a:t>
            </a:r>
            <a:r>
              <a:rPr lang="en-US" dirty="0" smtClean="0">
                <a:solidFill>
                  <a:srgbClr val="444444"/>
                </a:solidFill>
              </a:rPr>
              <a:t> </a:t>
            </a:r>
            <a:r>
              <a:rPr lang="en-US" dirty="0" err="1" smtClean="0">
                <a:solidFill>
                  <a:srgbClr val="444444"/>
                </a:solidFill>
              </a:rPr>
              <a:t>tincidunt</a:t>
            </a:r>
            <a:r>
              <a:rPr lang="en-US" dirty="0" smtClean="0">
                <a:solidFill>
                  <a:srgbClr val="444444"/>
                </a:solidFill>
              </a:rPr>
              <a:t>, a </a:t>
            </a:r>
            <a:r>
              <a:rPr lang="en-US" dirty="0" err="1" smtClean="0">
                <a:solidFill>
                  <a:srgbClr val="444444"/>
                </a:solidFill>
              </a:rPr>
              <a:t>malesuada</a:t>
            </a:r>
            <a:r>
              <a:rPr lang="en-US" dirty="0" smtClean="0">
                <a:solidFill>
                  <a:srgbClr val="444444"/>
                </a:solidFill>
              </a:rPr>
              <a:t> </a:t>
            </a:r>
            <a:r>
              <a:rPr lang="en-US" dirty="0" err="1" smtClean="0">
                <a:solidFill>
                  <a:srgbClr val="444444"/>
                </a:solidFill>
              </a:rPr>
              <a:t>mauris</a:t>
            </a:r>
            <a:r>
              <a:rPr lang="en-US" dirty="0" smtClean="0">
                <a:solidFill>
                  <a:srgbClr val="444444"/>
                </a:solidFill>
              </a:rPr>
              <a:t> </a:t>
            </a:r>
            <a:r>
              <a:rPr lang="en-US" dirty="0" err="1" smtClean="0">
                <a:solidFill>
                  <a:srgbClr val="444444"/>
                </a:solidFill>
              </a:rPr>
              <a:t>bibendum</a:t>
            </a:r>
            <a:r>
              <a:rPr lang="en-US" dirty="0" smtClean="0">
                <a:solidFill>
                  <a:srgbClr val="444444"/>
                </a:solidFill>
              </a:rPr>
              <a:t>. </a:t>
            </a:r>
            <a:r>
              <a:rPr lang="en-US" dirty="0" err="1" smtClean="0">
                <a:solidFill>
                  <a:srgbClr val="444444"/>
                </a:solidFill>
              </a:rPr>
              <a:t>Praesent</a:t>
            </a:r>
            <a:r>
              <a:rPr lang="en-US" dirty="0" smtClean="0">
                <a:solidFill>
                  <a:srgbClr val="444444"/>
                </a:solidFill>
              </a:rPr>
              <a:t> </a:t>
            </a:r>
            <a:r>
              <a:rPr lang="en-US" dirty="0" err="1" smtClean="0">
                <a:solidFill>
                  <a:srgbClr val="444444"/>
                </a:solidFill>
              </a:rPr>
              <a:t>bibendum</a:t>
            </a:r>
            <a:r>
              <a:rPr lang="en-US" dirty="0" smtClean="0">
                <a:solidFill>
                  <a:srgbClr val="444444"/>
                </a:solidFill>
              </a:rPr>
              <a:t> </a:t>
            </a:r>
            <a:r>
              <a:rPr lang="en-US" dirty="0" err="1" smtClean="0">
                <a:solidFill>
                  <a:srgbClr val="444444"/>
                </a:solidFill>
              </a:rPr>
              <a:t>justo</a:t>
            </a:r>
            <a:r>
              <a:rPr lang="en-US" dirty="0" smtClean="0">
                <a:solidFill>
                  <a:srgbClr val="444444"/>
                </a:solidFill>
              </a:rPr>
              <a:t> </a:t>
            </a:r>
            <a:r>
              <a:rPr lang="en-US" dirty="0" err="1" smtClean="0">
                <a:solidFill>
                  <a:srgbClr val="444444"/>
                </a:solidFill>
              </a:rPr>
              <a:t>nec</a:t>
            </a:r>
            <a:r>
              <a:rPr lang="en-US" dirty="0" smtClean="0">
                <a:solidFill>
                  <a:srgbClr val="444444"/>
                </a:solidFill>
              </a:rPr>
              <a:t> </a:t>
            </a:r>
            <a:r>
              <a:rPr lang="en-US" dirty="0" err="1" smtClean="0">
                <a:solidFill>
                  <a:srgbClr val="444444"/>
                </a:solidFill>
              </a:rPr>
              <a:t>metus</a:t>
            </a:r>
            <a:r>
              <a:rPr lang="en-US" dirty="0" smtClean="0">
                <a:solidFill>
                  <a:srgbClr val="444444"/>
                </a:solidFill>
              </a:rPr>
              <a:t> </a:t>
            </a:r>
            <a:r>
              <a:rPr lang="en-US" dirty="0" err="1" smtClean="0">
                <a:solidFill>
                  <a:srgbClr val="444444"/>
                </a:solidFill>
              </a:rPr>
              <a:t>auctor</a:t>
            </a:r>
            <a:r>
              <a:rPr lang="en-US" dirty="0" smtClean="0">
                <a:solidFill>
                  <a:srgbClr val="444444"/>
                </a:solidFill>
              </a:rPr>
              <a:t> </a:t>
            </a:r>
            <a:r>
              <a:rPr lang="en-US" dirty="0" err="1" smtClean="0">
                <a:solidFill>
                  <a:srgbClr val="444444"/>
                </a:solidFill>
              </a:rPr>
              <a:t>volutpat</a:t>
            </a:r>
            <a:r>
              <a:rPr lang="en-US" dirty="0" smtClean="0">
                <a:solidFill>
                  <a:srgbClr val="444444"/>
                </a:solidFill>
              </a:rPr>
              <a:t>. </a:t>
            </a:r>
            <a:r>
              <a:rPr lang="en-US" dirty="0" err="1" smtClean="0">
                <a:solidFill>
                  <a:srgbClr val="444444"/>
                </a:solidFill>
              </a:rPr>
              <a:t>Morbi</a:t>
            </a:r>
            <a:r>
              <a:rPr lang="en-US" dirty="0" smtClean="0">
                <a:solidFill>
                  <a:srgbClr val="444444"/>
                </a:solidFill>
              </a:rPr>
              <a:t> </a:t>
            </a:r>
            <a:r>
              <a:rPr lang="en-US" dirty="0" err="1" smtClean="0">
                <a:solidFill>
                  <a:srgbClr val="444444"/>
                </a:solidFill>
              </a:rPr>
              <a:t>malesuada</a:t>
            </a:r>
            <a:r>
              <a:rPr lang="en-US" dirty="0" smtClean="0">
                <a:solidFill>
                  <a:srgbClr val="444444"/>
                </a:solidFill>
              </a:rPr>
              <a:t> </a:t>
            </a:r>
            <a:r>
              <a:rPr lang="en-US" dirty="0" err="1" smtClean="0">
                <a:solidFill>
                  <a:srgbClr val="444444"/>
                </a:solidFill>
              </a:rPr>
              <a:t>mattis</a:t>
            </a:r>
            <a:r>
              <a:rPr lang="en-US" dirty="0" smtClean="0">
                <a:solidFill>
                  <a:srgbClr val="444444"/>
                </a:solidFill>
              </a:rPr>
              <a:t> </a:t>
            </a:r>
            <a:r>
              <a:rPr lang="en-US" dirty="0" err="1" smtClean="0">
                <a:solidFill>
                  <a:srgbClr val="444444"/>
                </a:solidFill>
              </a:rPr>
              <a:t>eros</a:t>
            </a:r>
            <a:r>
              <a:rPr lang="en-US" dirty="0" smtClean="0">
                <a:solidFill>
                  <a:srgbClr val="444444"/>
                </a:solidFill>
              </a:rPr>
              <a:t>, </a:t>
            </a:r>
            <a:r>
              <a:rPr lang="en-US" dirty="0" err="1" smtClean="0">
                <a:solidFill>
                  <a:srgbClr val="444444"/>
                </a:solidFill>
              </a:rPr>
              <a:t>adipiscing</a:t>
            </a:r>
            <a:r>
              <a:rPr lang="en-US" dirty="0" smtClean="0">
                <a:solidFill>
                  <a:srgbClr val="444444"/>
                </a:solidFill>
              </a:rPr>
              <a:t> </a:t>
            </a:r>
            <a:r>
              <a:rPr lang="en-US" dirty="0" err="1" smtClean="0">
                <a:solidFill>
                  <a:srgbClr val="444444"/>
                </a:solidFill>
              </a:rPr>
              <a:t>tempor</a:t>
            </a:r>
            <a:r>
              <a:rPr lang="en-US" dirty="0" smtClean="0">
                <a:solidFill>
                  <a:srgbClr val="444444"/>
                </a:solidFill>
              </a:rPr>
              <a:t> </a:t>
            </a:r>
            <a:r>
              <a:rPr lang="en-US" dirty="0" err="1" smtClean="0">
                <a:solidFill>
                  <a:srgbClr val="444444"/>
                </a:solidFill>
              </a:rPr>
              <a:t>lorem</a:t>
            </a:r>
            <a:r>
              <a:rPr lang="en-US" dirty="0" smtClean="0">
                <a:solidFill>
                  <a:srgbClr val="444444"/>
                </a:solidFill>
              </a:rPr>
              <a:t> </a:t>
            </a:r>
            <a:r>
              <a:rPr lang="en-US" dirty="0" err="1" smtClean="0">
                <a:solidFill>
                  <a:srgbClr val="444444"/>
                </a:solidFill>
              </a:rPr>
              <a:t>varius</a:t>
            </a:r>
            <a:r>
              <a:rPr lang="en-US" dirty="0" smtClean="0">
                <a:solidFill>
                  <a:srgbClr val="444444"/>
                </a:solidFill>
              </a:rPr>
              <a:t> </a:t>
            </a:r>
            <a:r>
              <a:rPr lang="en-US" dirty="0" err="1" smtClean="0">
                <a:solidFill>
                  <a:srgbClr val="444444"/>
                </a:solidFill>
              </a:rPr>
              <a:t>eget</a:t>
            </a:r>
            <a:r>
              <a:rPr lang="en-US" dirty="0" smtClean="0">
                <a:solidFill>
                  <a:srgbClr val="444444"/>
                </a:solidFill>
              </a:rPr>
              <a:t>…</a:t>
            </a:r>
            <a:endParaRPr lang="en-US" dirty="0"/>
          </a:p>
        </p:txBody>
      </p:sp>
    </p:spTree>
    <p:extLst>
      <p:ext uri="{BB962C8B-B14F-4D97-AF65-F5344CB8AC3E}">
        <p14:creationId xmlns:p14="http://schemas.microsoft.com/office/powerpoint/2010/main" val="34458248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Numbered Lis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69964" y="1439861"/>
            <a:ext cx="11110320" cy="4511040"/>
          </a:xfrm>
          <a:prstGeom prst="rect">
            <a:avLst/>
          </a:prstGeom>
        </p:spPr>
        <p:txBody>
          <a:bodyPr lIns="68580" tIns="34290" rIns="68580" bIns="34290">
            <a:noAutofit/>
          </a:bodyPr>
          <a:lstStyle>
            <a:lvl1pPr marL="457189" indent="-457189">
              <a:lnSpc>
                <a:spcPts val="2400"/>
              </a:lnSpc>
              <a:spcBef>
                <a:spcPts val="0"/>
              </a:spcBef>
              <a:spcAft>
                <a:spcPts val="2400"/>
              </a:spcAft>
              <a:buSzPct val="140000"/>
              <a:buFont typeface="+mj-lt"/>
              <a:buAutoNum type="arabicPeriod"/>
              <a:defRPr sz="2000" baseline="0"/>
            </a:lvl1pPr>
            <a:lvl2pPr>
              <a:defRPr sz="1867"/>
            </a:lvl2pPr>
            <a:lvl3pPr>
              <a:defRPr sz="1600"/>
            </a:lvl3pPr>
            <a:lvl4pPr>
              <a:defRPr sz="1333"/>
            </a:lvl4pPr>
            <a:lvl5pPr>
              <a:defRPr sz="1067"/>
            </a:lvl5pPr>
            <a:lvl6pPr>
              <a:defRPr sz="2000"/>
            </a:lvl6pPr>
            <a:lvl7pPr>
              <a:defRPr sz="2000"/>
            </a:lvl7pPr>
            <a:lvl8pPr>
              <a:defRPr sz="2000"/>
            </a:lvl8pPr>
            <a:lvl9pPr>
              <a:defRPr sz="2000"/>
            </a:lvl9pPr>
          </a:lstStyle>
          <a:p>
            <a:pPr lvl="0"/>
            <a:r>
              <a:rPr lang="en-US" dirty="0" smtClean="0"/>
              <a:t>Click to add numbered list</a:t>
            </a:r>
          </a:p>
          <a:p>
            <a:pPr lvl="0"/>
            <a:r>
              <a:rPr lang="en-US" dirty="0" smtClean="0"/>
              <a:t>Click to add numbered list</a:t>
            </a:r>
          </a:p>
          <a:p>
            <a:pPr lvl="0"/>
            <a:r>
              <a:rPr lang="en-US" dirty="0" smtClean="0"/>
              <a:t>Click to add numbered list</a:t>
            </a:r>
          </a:p>
          <a:p>
            <a:pPr lvl="0"/>
            <a:r>
              <a:rPr lang="en-US" dirty="0" smtClean="0"/>
              <a:t>Click to add numbered list</a:t>
            </a:r>
          </a:p>
        </p:txBody>
      </p:sp>
      <p:sp>
        <p:nvSpPr>
          <p:cNvPr id="5" name="Text Placeholder 6"/>
          <p:cNvSpPr>
            <a:spLocks noGrp="1"/>
          </p:cNvSpPr>
          <p:nvPr>
            <p:ph type="body" sz="quarter" idx="10" hasCustomPrompt="1"/>
          </p:nvPr>
        </p:nvSpPr>
        <p:spPr>
          <a:xfrm>
            <a:off x="0" y="0"/>
            <a:ext cx="12192000" cy="932688"/>
          </a:xfrm>
          <a:prstGeom prst="rect">
            <a:avLst/>
          </a:prstGeom>
          <a:solidFill>
            <a:schemeClr val="bg1"/>
          </a:solidFill>
          <a:ln>
            <a:noFill/>
          </a:ln>
          <a:effectLst>
            <a:outerShdw blurRad="40005" dist="25400" dir="5400000" algn="t" rotWithShape="0">
              <a:prstClr val="black">
                <a:alpha val="30000"/>
              </a:prstClr>
            </a:outerShdw>
          </a:effectLst>
        </p:spPr>
        <p:txBody>
          <a:bodyPr lIns="274320" tIns="34290" rIns="68580" bIns="34290" anchor="ctr" anchorCtr="0">
            <a:normAutofit/>
          </a:bodyPr>
          <a:lstStyle>
            <a:lvl1pPr marL="0" indent="0">
              <a:buNone/>
              <a:defRPr sz="2667" baseline="0">
                <a:latin typeface="Arial Black"/>
                <a:cs typeface="Arial Black"/>
              </a:defRPr>
            </a:lvl1pPr>
          </a:lstStyle>
          <a:p>
            <a:pPr lvl="0"/>
            <a:r>
              <a:rPr lang="en-US" dirty="0" smtClean="0"/>
              <a:t>CLICK TO ADD TITLE</a:t>
            </a:r>
            <a:endParaRPr lang="en-US" dirty="0"/>
          </a:p>
        </p:txBody>
      </p:sp>
    </p:spTree>
    <p:extLst>
      <p:ext uri="{BB962C8B-B14F-4D97-AF65-F5344CB8AC3E}">
        <p14:creationId xmlns:p14="http://schemas.microsoft.com/office/powerpoint/2010/main" val="35237905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ection Title">
    <p:spTree>
      <p:nvGrpSpPr>
        <p:cNvPr id="1" name=""/>
        <p:cNvGrpSpPr/>
        <p:nvPr/>
      </p:nvGrpSpPr>
      <p:grpSpPr>
        <a:xfrm>
          <a:off x="0" y="0"/>
          <a:ext cx="0" cy="0"/>
          <a:chOff x="0" y="0"/>
          <a:chExt cx="0" cy="0"/>
        </a:xfrm>
      </p:grpSpPr>
      <p:sp>
        <p:nvSpPr>
          <p:cNvPr id="14" name="Rectangle 13"/>
          <p:cNvSpPr/>
          <p:nvPr userDrawn="1"/>
        </p:nvSpPr>
        <p:spPr>
          <a:xfrm>
            <a:off x="0" y="6349741"/>
            <a:ext cx="12192000" cy="50825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sz="1867"/>
          </a:p>
        </p:txBody>
      </p:sp>
      <p:sp>
        <p:nvSpPr>
          <p:cNvPr id="12" name="Picture Placeholder 5"/>
          <p:cNvSpPr>
            <a:spLocks noGrp="1"/>
          </p:cNvSpPr>
          <p:nvPr>
            <p:ph type="pic" sz="quarter" idx="10" hasCustomPrompt="1"/>
          </p:nvPr>
        </p:nvSpPr>
        <p:spPr>
          <a:xfrm>
            <a:off x="0" y="0"/>
            <a:ext cx="12192000" cy="6858000"/>
          </a:xfrm>
          <a:prstGeom prst="rect">
            <a:avLst/>
          </a:prstGeom>
        </p:spPr>
        <p:txBody>
          <a:bodyPr lIns="68580" tIns="34290" rIns="68580" bIns="34290" anchor="t"/>
          <a:lstStyle>
            <a:lvl1pPr marL="0" indent="0" algn="ctr">
              <a:buNone/>
              <a:defRPr/>
            </a:lvl1pPr>
          </a:lstStyle>
          <a:p>
            <a:pPr lvl="0"/>
            <a:r>
              <a:rPr lang="en-US" dirty="0" smtClean="0"/>
              <a:t>Insert Image</a:t>
            </a:r>
          </a:p>
        </p:txBody>
      </p:sp>
      <p:sp>
        <p:nvSpPr>
          <p:cNvPr id="7" name="Text Placeholder 12"/>
          <p:cNvSpPr>
            <a:spLocks noGrp="1"/>
          </p:cNvSpPr>
          <p:nvPr>
            <p:ph type="body" sz="quarter" idx="13" hasCustomPrompt="1"/>
          </p:nvPr>
        </p:nvSpPr>
        <p:spPr>
          <a:xfrm>
            <a:off x="1163206" y="5263636"/>
            <a:ext cx="6686633" cy="862800"/>
          </a:xfrm>
          <a:prstGeom prst="rect">
            <a:avLst/>
          </a:prstGeom>
          <a:solidFill>
            <a:srgbClr val="2FC2D9"/>
          </a:solidFill>
        </p:spPr>
        <p:txBody>
          <a:bodyPr wrap="none" lIns="137160" tIns="27432" rIns="137160" bIns="34290">
            <a:spAutoFit/>
          </a:bodyPr>
          <a:lstStyle>
            <a:lvl1pPr marL="0" indent="0">
              <a:buNone/>
              <a:defRPr sz="5067" b="0" i="0" cap="all">
                <a:solidFill>
                  <a:schemeClr val="bg1"/>
                </a:solidFill>
                <a:latin typeface="Arial Black"/>
                <a:cs typeface="Arial Black"/>
              </a:defRPr>
            </a:lvl1pPr>
            <a:lvl2pPr marL="457189" indent="0">
              <a:buNone/>
              <a:defRPr sz="5067" b="0" i="0" cap="all">
                <a:latin typeface="Arial Black"/>
                <a:cs typeface="Arial Black"/>
              </a:defRPr>
            </a:lvl2pPr>
            <a:lvl3pPr marL="914377" indent="0">
              <a:buNone/>
              <a:defRPr sz="5067" b="0" i="0" cap="all">
                <a:latin typeface="Arial Black"/>
                <a:cs typeface="Arial Black"/>
              </a:defRPr>
            </a:lvl3pPr>
            <a:lvl4pPr marL="1371566" indent="0">
              <a:buNone/>
              <a:defRPr sz="5067" b="0" i="0" cap="all">
                <a:latin typeface="Arial Black"/>
                <a:cs typeface="Arial Black"/>
              </a:defRPr>
            </a:lvl4pPr>
            <a:lvl5pPr marL="1828754" indent="0">
              <a:buNone/>
              <a:defRPr sz="5067" b="0" i="0" cap="all">
                <a:latin typeface="Arial Black"/>
                <a:cs typeface="Arial Black"/>
              </a:defRPr>
            </a:lvl5pPr>
          </a:lstStyle>
          <a:p>
            <a:pPr lvl="0"/>
            <a:r>
              <a:rPr lang="en-US" dirty="0" smtClean="0"/>
              <a:t>And Line 3 Here</a:t>
            </a:r>
            <a:endParaRPr lang="en-US" dirty="0"/>
          </a:p>
        </p:txBody>
      </p:sp>
      <p:sp>
        <p:nvSpPr>
          <p:cNvPr id="13" name="Text Placeholder 12"/>
          <p:cNvSpPr>
            <a:spLocks noGrp="1"/>
          </p:cNvSpPr>
          <p:nvPr>
            <p:ph type="body" sz="quarter" idx="11" hasCustomPrompt="1"/>
          </p:nvPr>
        </p:nvSpPr>
        <p:spPr>
          <a:xfrm>
            <a:off x="1163206" y="4525827"/>
            <a:ext cx="4917903" cy="862800"/>
          </a:xfrm>
          <a:prstGeom prst="rect">
            <a:avLst/>
          </a:prstGeom>
          <a:solidFill>
            <a:srgbClr val="2FC2D9"/>
          </a:solidFill>
        </p:spPr>
        <p:txBody>
          <a:bodyPr wrap="none" lIns="137160" tIns="27432" rIns="137160" bIns="34290">
            <a:spAutoFit/>
          </a:bodyPr>
          <a:lstStyle>
            <a:lvl1pPr marL="0" indent="0">
              <a:buNone/>
              <a:defRPr sz="5067" b="0" i="0" cap="all">
                <a:solidFill>
                  <a:schemeClr val="bg1"/>
                </a:solidFill>
                <a:latin typeface="Arial Black"/>
                <a:cs typeface="Arial Black"/>
              </a:defRPr>
            </a:lvl1pPr>
            <a:lvl2pPr marL="457189" indent="0">
              <a:buNone/>
              <a:defRPr sz="5067" b="0" i="0" cap="all">
                <a:latin typeface="Arial Black"/>
                <a:cs typeface="Arial Black"/>
              </a:defRPr>
            </a:lvl2pPr>
            <a:lvl3pPr marL="914377" indent="0">
              <a:buNone/>
              <a:defRPr sz="5067" b="0" i="0" cap="all">
                <a:latin typeface="Arial Black"/>
                <a:cs typeface="Arial Black"/>
              </a:defRPr>
            </a:lvl3pPr>
            <a:lvl4pPr marL="1371566" indent="0">
              <a:buNone/>
              <a:defRPr sz="5067" b="0" i="0" cap="all">
                <a:latin typeface="Arial Black"/>
                <a:cs typeface="Arial Black"/>
              </a:defRPr>
            </a:lvl4pPr>
            <a:lvl5pPr marL="1828754" indent="0">
              <a:buNone/>
              <a:defRPr sz="5067" b="0" i="0" cap="all">
                <a:latin typeface="Arial Black"/>
                <a:cs typeface="Arial Black"/>
              </a:defRPr>
            </a:lvl5pPr>
          </a:lstStyle>
          <a:p>
            <a:pPr lvl="0"/>
            <a:r>
              <a:rPr lang="en-US" dirty="0" smtClean="0"/>
              <a:t>Line 2 Here</a:t>
            </a:r>
            <a:endParaRPr lang="en-US" dirty="0"/>
          </a:p>
        </p:txBody>
      </p:sp>
      <p:sp>
        <p:nvSpPr>
          <p:cNvPr id="2" name="Title 1"/>
          <p:cNvSpPr>
            <a:spLocks noGrp="1"/>
          </p:cNvSpPr>
          <p:nvPr>
            <p:ph type="title" hasCustomPrompt="1"/>
          </p:nvPr>
        </p:nvSpPr>
        <p:spPr>
          <a:xfrm>
            <a:off x="1163206" y="3826604"/>
            <a:ext cx="5433860" cy="842090"/>
          </a:xfrm>
          <a:prstGeom prst="rect">
            <a:avLst/>
          </a:prstGeom>
          <a:solidFill>
            <a:srgbClr val="2FC2D9"/>
          </a:solidFill>
          <a:ln>
            <a:noFill/>
          </a:ln>
        </p:spPr>
        <p:txBody>
          <a:bodyPr wrap="none" lIns="137160" tIns="27432" rIns="137160" bIns="34290" anchor="t">
            <a:spAutoFit/>
          </a:bodyPr>
          <a:lstStyle>
            <a:lvl1pPr algn="l">
              <a:defRPr sz="5067" b="0" cap="all" baseline="0">
                <a:solidFill>
                  <a:srgbClr val="FFFFFF"/>
                </a:solidFill>
              </a:defRPr>
            </a:lvl1pPr>
          </a:lstStyle>
          <a:p>
            <a:r>
              <a:rPr lang="en-US" dirty="0" smtClean="0"/>
              <a:t>Type line 1 here</a:t>
            </a:r>
            <a:endParaRPr lang="en-US" dirty="0"/>
          </a:p>
        </p:txBody>
      </p:sp>
      <p:sp>
        <p:nvSpPr>
          <p:cNvPr id="8" name="Text Placeholder 13"/>
          <p:cNvSpPr txBox="1">
            <a:spLocks/>
          </p:cNvSpPr>
          <p:nvPr userDrawn="1"/>
        </p:nvSpPr>
        <p:spPr>
          <a:xfrm>
            <a:off x="1041806" y="3328611"/>
            <a:ext cx="8650817" cy="923331"/>
          </a:xfrm>
          <a:prstGeom prst="rect">
            <a:avLst/>
          </a:prstGeom>
        </p:spPr>
        <p:txBody>
          <a:bodyPr lIns="91440" tIns="45720" rIns="91440" bIns="45720"/>
          <a:lstStyle>
            <a:lvl1pPr marL="342900" indent="-342900" algn="l" defTabSz="457200" rtl="0" eaLnBrk="1" latinLnBrk="0" hangingPunct="1">
              <a:spcBef>
                <a:spcPct val="20000"/>
              </a:spcBef>
              <a:buClr>
                <a:schemeClr val="accent2"/>
              </a:buClr>
              <a:buFont typeface="Arial"/>
              <a:buChar char="•"/>
              <a:defRPr sz="2000" kern="1200">
                <a:solidFill>
                  <a:schemeClr val="tx1"/>
                </a:solidFill>
                <a:latin typeface="Trebuchet MS"/>
                <a:ea typeface="+mn-ea"/>
                <a:cs typeface="Trebuchet MS"/>
              </a:defRPr>
            </a:lvl1pPr>
            <a:lvl2pPr marL="742950" indent="-285750" algn="l" defTabSz="457200" rtl="0" eaLnBrk="1" latinLnBrk="0" hangingPunct="1">
              <a:spcBef>
                <a:spcPct val="20000"/>
              </a:spcBef>
              <a:buFont typeface="Arial"/>
              <a:buChar char="–"/>
              <a:defRPr sz="1800" kern="1200">
                <a:solidFill>
                  <a:schemeClr val="tx1"/>
                </a:solidFill>
                <a:latin typeface="Trebuchet MS"/>
                <a:ea typeface="+mn-ea"/>
                <a:cs typeface="Trebuchet MS"/>
              </a:defRPr>
            </a:lvl2pPr>
            <a:lvl3pPr marL="1143000" indent="-228600" algn="l" defTabSz="457200" rtl="0" eaLnBrk="1" latinLnBrk="0" hangingPunct="1">
              <a:spcBef>
                <a:spcPct val="20000"/>
              </a:spcBef>
              <a:buFont typeface="Arial"/>
              <a:buChar char="•"/>
              <a:defRPr sz="1600" kern="1200">
                <a:solidFill>
                  <a:schemeClr val="tx1"/>
                </a:solidFill>
                <a:latin typeface="Trebuchet MS"/>
                <a:ea typeface="+mn-ea"/>
                <a:cs typeface="Trebuchet MS"/>
              </a:defRPr>
            </a:lvl3pPr>
            <a:lvl4pPr marL="1600200" indent="-228600" algn="l" defTabSz="457200" rtl="0" eaLnBrk="1" latinLnBrk="0" hangingPunct="1">
              <a:spcBef>
                <a:spcPct val="20000"/>
              </a:spcBef>
              <a:buFont typeface="Arial"/>
              <a:buChar char="–"/>
              <a:defRPr sz="1300" kern="1200">
                <a:solidFill>
                  <a:schemeClr val="tx1"/>
                </a:solidFill>
                <a:latin typeface="Trebuchet MS"/>
                <a:ea typeface="+mn-ea"/>
                <a:cs typeface="Trebuchet MS"/>
              </a:defRPr>
            </a:lvl4pPr>
            <a:lvl5pPr marL="2057400" indent="-228600" algn="l" defTabSz="457200" rtl="0" eaLnBrk="1" latinLnBrk="0" hangingPunct="1">
              <a:spcBef>
                <a:spcPct val="20000"/>
              </a:spcBef>
              <a:buFont typeface="Arial"/>
              <a:buChar char="»"/>
              <a:defRPr sz="1100" kern="1200">
                <a:solidFill>
                  <a:schemeClr val="tx1"/>
                </a:solidFill>
                <a:latin typeface="Trebuchet MS"/>
                <a:ea typeface="+mn-ea"/>
                <a:cs typeface="Trebuchet M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000" dirty="0"/>
          </a:p>
        </p:txBody>
      </p:sp>
      <p:sp>
        <p:nvSpPr>
          <p:cNvPr id="15" name="Text Placeholder 14"/>
          <p:cNvSpPr>
            <a:spLocks noGrp="1"/>
          </p:cNvSpPr>
          <p:nvPr>
            <p:ph type="body" sz="quarter" idx="14" hasCustomPrompt="1"/>
          </p:nvPr>
        </p:nvSpPr>
        <p:spPr>
          <a:xfrm>
            <a:off x="1155505" y="3276170"/>
            <a:ext cx="4925772" cy="356572"/>
          </a:xfrm>
          <a:prstGeom prst="rect">
            <a:avLst/>
          </a:prstGeom>
          <a:solidFill>
            <a:schemeClr val="accent2"/>
          </a:solidFill>
        </p:spPr>
        <p:txBody>
          <a:bodyPr vert="horz" wrap="none" lIns="68580" tIns="34290" rIns="68580" bIns="34290">
            <a:spAutoFit/>
          </a:bodyPr>
          <a:lstStyle>
            <a:lvl1pPr marL="0" indent="0">
              <a:buNone/>
              <a:defRPr sz="1867">
                <a:solidFill>
                  <a:srgbClr val="FFFFFF"/>
                </a:solidFill>
                <a:latin typeface="Arial Black"/>
                <a:cs typeface="Arial Black"/>
              </a:defRPr>
            </a:lvl1pPr>
          </a:lstStyle>
          <a:p>
            <a:pPr lvl="0"/>
            <a:r>
              <a:rPr lang="en-US" dirty="0" smtClean="0"/>
              <a:t>OPTIONAL EYEBROW HEADER HERE</a:t>
            </a:r>
            <a:endParaRPr lang="en-US" dirty="0"/>
          </a:p>
        </p:txBody>
      </p:sp>
    </p:spTree>
    <p:extLst>
      <p:ext uri="{BB962C8B-B14F-4D97-AF65-F5344CB8AC3E}">
        <p14:creationId xmlns:p14="http://schemas.microsoft.com/office/powerpoint/2010/main" val="28223682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 Steps">
    <p:spTree>
      <p:nvGrpSpPr>
        <p:cNvPr id="1" name=""/>
        <p:cNvGrpSpPr/>
        <p:nvPr/>
      </p:nvGrpSpPr>
      <p:grpSpPr>
        <a:xfrm>
          <a:off x="0" y="0"/>
          <a:ext cx="0" cy="0"/>
          <a:chOff x="0" y="0"/>
          <a:chExt cx="0" cy="0"/>
        </a:xfrm>
      </p:grpSpPr>
      <p:sp>
        <p:nvSpPr>
          <p:cNvPr id="3" name="Rectangle 2"/>
          <p:cNvSpPr/>
          <p:nvPr userDrawn="1"/>
        </p:nvSpPr>
        <p:spPr>
          <a:xfrm>
            <a:off x="1" y="939032"/>
            <a:ext cx="1038225" cy="5541816"/>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sz="2400" dirty="0">
              <a:solidFill>
                <a:srgbClr val="2FC2D9"/>
              </a:solidFill>
            </a:endParaRPr>
          </a:p>
        </p:txBody>
      </p:sp>
      <p:sp>
        <p:nvSpPr>
          <p:cNvPr id="5" name="Text Placeholder 6"/>
          <p:cNvSpPr>
            <a:spLocks noGrp="1"/>
          </p:cNvSpPr>
          <p:nvPr>
            <p:ph type="body" sz="quarter" idx="10" hasCustomPrompt="1"/>
          </p:nvPr>
        </p:nvSpPr>
        <p:spPr>
          <a:xfrm>
            <a:off x="0" y="0"/>
            <a:ext cx="12192000" cy="932688"/>
          </a:xfrm>
          <a:prstGeom prst="rect">
            <a:avLst/>
          </a:prstGeom>
          <a:solidFill>
            <a:schemeClr val="bg1"/>
          </a:solidFill>
          <a:ln>
            <a:noFill/>
          </a:ln>
          <a:effectLst>
            <a:outerShdw blurRad="40005" dist="25400" dir="5400000" algn="t" rotWithShape="0">
              <a:prstClr val="black">
                <a:alpha val="30000"/>
              </a:prstClr>
            </a:outerShdw>
          </a:effectLst>
        </p:spPr>
        <p:txBody>
          <a:bodyPr lIns="274320" tIns="34290" rIns="68580" bIns="34290" anchor="ctr" anchorCtr="0">
            <a:normAutofit/>
          </a:bodyPr>
          <a:lstStyle>
            <a:lvl1pPr marL="0" marR="0" indent="0" algn="l" defTabSz="457189" rtl="0" eaLnBrk="1" fontAlgn="auto" latinLnBrk="0" hangingPunct="1">
              <a:lnSpc>
                <a:spcPct val="100000"/>
              </a:lnSpc>
              <a:spcBef>
                <a:spcPct val="20000"/>
              </a:spcBef>
              <a:spcAft>
                <a:spcPts val="0"/>
              </a:spcAft>
              <a:buClr>
                <a:schemeClr val="accent2"/>
              </a:buClr>
              <a:buSzTx/>
              <a:buFont typeface="Arial"/>
              <a:buNone/>
              <a:tabLst/>
              <a:defRPr sz="2667" baseline="0">
                <a:latin typeface="Arial Black"/>
                <a:cs typeface="Arial Black"/>
              </a:defRPr>
            </a:lvl1pPr>
          </a:lstStyle>
          <a:p>
            <a:pPr marL="0" marR="0" lvl="0" indent="0" algn="l" defTabSz="457189" rtl="0" eaLnBrk="1" fontAlgn="auto" latinLnBrk="0" hangingPunct="1">
              <a:lnSpc>
                <a:spcPct val="100000"/>
              </a:lnSpc>
              <a:spcBef>
                <a:spcPct val="20000"/>
              </a:spcBef>
              <a:spcAft>
                <a:spcPts val="0"/>
              </a:spcAft>
              <a:buClr>
                <a:schemeClr val="accent2"/>
              </a:buClr>
              <a:buSzTx/>
              <a:buFont typeface="Arial"/>
              <a:buNone/>
              <a:tabLst/>
              <a:defRPr/>
            </a:pPr>
            <a:r>
              <a:rPr lang="en-US" dirty="0" smtClean="0"/>
              <a:t>CLICK TO ADD TITLE</a:t>
            </a:r>
          </a:p>
        </p:txBody>
      </p:sp>
      <p:sp>
        <p:nvSpPr>
          <p:cNvPr id="4" name="Oval 3"/>
          <p:cNvSpPr/>
          <p:nvPr userDrawn="1"/>
        </p:nvSpPr>
        <p:spPr>
          <a:xfrm>
            <a:off x="801688" y="3477648"/>
            <a:ext cx="464583" cy="464583"/>
          </a:xfrm>
          <a:prstGeom prst="ellipse">
            <a:avLst/>
          </a:prstGeom>
          <a:solidFill>
            <a:srgbClr val="2FC2D9"/>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36576" rIns="0" rtlCol="0" anchor="ctr" anchorCtr="0"/>
          <a:lstStyle/>
          <a:p>
            <a:pPr algn="ctr"/>
            <a:r>
              <a:rPr lang="en-US" sz="2000" dirty="0">
                <a:solidFill>
                  <a:srgbClr val="FFFFFF"/>
                </a:solidFill>
                <a:latin typeface="Arial Black"/>
                <a:cs typeface="Arial Black"/>
              </a:rPr>
              <a:t>2</a:t>
            </a:r>
          </a:p>
        </p:txBody>
      </p:sp>
      <p:cxnSp>
        <p:nvCxnSpPr>
          <p:cNvPr id="6" name="Straight Connector 5"/>
          <p:cNvCxnSpPr/>
          <p:nvPr userDrawn="1"/>
        </p:nvCxnSpPr>
        <p:spPr>
          <a:xfrm flipH="1">
            <a:off x="0" y="4633576"/>
            <a:ext cx="12192000" cy="0"/>
          </a:xfrm>
          <a:prstGeom prst="line">
            <a:avLst/>
          </a:prstGeom>
          <a:ln w="12700">
            <a:solidFill>
              <a:srgbClr val="E6E6E6"/>
            </a:solidFill>
          </a:ln>
          <a:effectLst/>
        </p:spPr>
        <p:style>
          <a:lnRef idx="2">
            <a:schemeClr val="accent1"/>
          </a:lnRef>
          <a:fillRef idx="0">
            <a:schemeClr val="accent1"/>
          </a:fillRef>
          <a:effectRef idx="1">
            <a:schemeClr val="accent1"/>
          </a:effectRef>
          <a:fontRef idx="minor">
            <a:schemeClr val="tx1"/>
          </a:fontRef>
        </p:style>
      </p:cxnSp>
      <p:sp>
        <p:nvSpPr>
          <p:cNvPr id="7" name="Oval 6"/>
          <p:cNvSpPr/>
          <p:nvPr userDrawn="1"/>
        </p:nvSpPr>
        <p:spPr>
          <a:xfrm>
            <a:off x="801688" y="1630376"/>
            <a:ext cx="464583" cy="464581"/>
          </a:xfrm>
          <a:prstGeom prst="ellipse">
            <a:avLst/>
          </a:prstGeom>
          <a:solidFill>
            <a:schemeClr val="accent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36576" rIns="0" rtlCol="0" anchor="ctr" anchorCtr="0"/>
          <a:lstStyle/>
          <a:p>
            <a:pPr algn="ctr"/>
            <a:r>
              <a:rPr lang="en-US" sz="2000" dirty="0">
                <a:solidFill>
                  <a:schemeClr val="bg1"/>
                </a:solidFill>
                <a:latin typeface="Arial Black"/>
                <a:cs typeface="Arial Black"/>
              </a:rPr>
              <a:t>1</a:t>
            </a:r>
          </a:p>
        </p:txBody>
      </p:sp>
      <p:cxnSp>
        <p:nvCxnSpPr>
          <p:cNvPr id="8" name="Straight Connector 7"/>
          <p:cNvCxnSpPr/>
          <p:nvPr userDrawn="1"/>
        </p:nvCxnSpPr>
        <p:spPr>
          <a:xfrm flipH="1">
            <a:off x="0" y="2786304"/>
            <a:ext cx="12192000" cy="0"/>
          </a:xfrm>
          <a:prstGeom prst="line">
            <a:avLst/>
          </a:prstGeom>
          <a:ln w="12700">
            <a:solidFill>
              <a:srgbClr val="E6E6E6"/>
            </a:solidFill>
          </a:ln>
          <a:effectLst/>
        </p:spPr>
        <p:style>
          <a:lnRef idx="2">
            <a:schemeClr val="accent1"/>
          </a:lnRef>
          <a:fillRef idx="0">
            <a:schemeClr val="accent1"/>
          </a:fillRef>
          <a:effectRef idx="1">
            <a:schemeClr val="accent1"/>
          </a:effectRef>
          <a:fontRef idx="minor">
            <a:schemeClr val="tx1"/>
          </a:fontRef>
        </p:style>
      </p:cxnSp>
      <p:sp>
        <p:nvSpPr>
          <p:cNvPr id="9" name="Oval 8"/>
          <p:cNvSpPr/>
          <p:nvPr userDrawn="1"/>
        </p:nvSpPr>
        <p:spPr>
          <a:xfrm>
            <a:off x="801688" y="5324921"/>
            <a:ext cx="464583" cy="464583"/>
          </a:xfrm>
          <a:prstGeom prst="ellipse">
            <a:avLst/>
          </a:prstGeom>
          <a:solidFill>
            <a:srgbClr val="2FC2D9"/>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36576" rIns="0" rtlCol="0" anchor="ctr" anchorCtr="0"/>
          <a:lstStyle/>
          <a:p>
            <a:pPr algn="ctr"/>
            <a:r>
              <a:rPr lang="en-US" sz="2000" dirty="0">
                <a:solidFill>
                  <a:srgbClr val="FFFFFF"/>
                </a:solidFill>
                <a:latin typeface="Arial Black"/>
                <a:cs typeface="Arial Black"/>
              </a:rPr>
              <a:t>3</a:t>
            </a:r>
          </a:p>
        </p:txBody>
      </p:sp>
      <p:sp>
        <p:nvSpPr>
          <p:cNvPr id="24" name="Text Placeholder 23"/>
          <p:cNvSpPr>
            <a:spLocks noGrp="1"/>
          </p:cNvSpPr>
          <p:nvPr>
            <p:ph type="body" sz="quarter" idx="17" hasCustomPrompt="1"/>
          </p:nvPr>
        </p:nvSpPr>
        <p:spPr>
          <a:xfrm>
            <a:off x="1492827" y="1232093"/>
            <a:ext cx="2048256" cy="1280160"/>
          </a:xfrm>
          <a:prstGeom prst="rect">
            <a:avLst/>
          </a:prstGeom>
        </p:spPr>
        <p:txBody>
          <a:bodyPr vert="horz" anchor="ctr" anchorCtr="0">
            <a:noAutofit/>
          </a:bodyPr>
          <a:lstStyle>
            <a:lvl1pPr marL="0" indent="0">
              <a:spcBef>
                <a:spcPts val="0"/>
              </a:spcBef>
              <a:buNone/>
              <a:defRPr sz="1600">
                <a:latin typeface="Arial Black"/>
              </a:defRPr>
            </a:lvl1pPr>
          </a:lstStyle>
          <a:p>
            <a:pPr>
              <a:lnSpc>
                <a:spcPct val="120000"/>
              </a:lnSpc>
            </a:pPr>
            <a:r>
              <a:rPr lang="en-US" sz="1600" dirty="0" smtClean="0">
                <a:solidFill>
                  <a:srgbClr val="444444"/>
                </a:solidFill>
                <a:latin typeface="Arial Black"/>
                <a:cs typeface="Arial Black"/>
              </a:rPr>
              <a:t>LOREM IPSUM DOLOR SIT AMET DIAM</a:t>
            </a:r>
            <a:endParaRPr lang="en-US" sz="1600" dirty="0">
              <a:solidFill>
                <a:srgbClr val="444444"/>
              </a:solidFill>
              <a:latin typeface="Arial Black"/>
              <a:cs typeface="Arial Black"/>
            </a:endParaRPr>
          </a:p>
        </p:txBody>
      </p:sp>
      <p:sp>
        <p:nvSpPr>
          <p:cNvPr id="26" name="Text Placeholder 25"/>
          <p:cNvSpPr>
            <a:spLocks noGrp="1"/>
          </p:cNvSpPr>
          <p:nvPr>
            <p:ph type="body" sz="quarter" idx="18" hasCustomPrompt="1"/>
          </p:nvPr>
        </p:nvSpPr>
        <p:spPr>
          <a:xfrm>
            <a:off x="3926417" y="1232095"/>
            <a:ext cx="7741920" cy="1280159"/>
          </a:xfrm>
          <a:prstGeom prst="rect">
            <a:avLst/>
          </a:prstGeom>
        </p:spPr>
        <p:txBody>
          <a:bodyPr vert="horz" anchor="ctr" anchorCtr="0"/>
          <a:lstStyle>
            <a:lvl1pPr marL="171446" indent="-171446">
              <a:lnSpc>
                <a:spcPct val="120000"/>
              </a:lnSpc>
              <a:spcBef>
                <a:spcPts val="0"/>
              </a:spcBef>
              <a:spcAft>
                <a:spcPts val="1000"/>
              </a:spcAft>
              <a:buClr>
                <a:srgbClr val="2FC2D9"/>
              </a:buClr>
              <a:buFont typeface="Arial"/>
              <a:buChar char="•"/>
              <a:defRPr lang="en-US" sz="1600" dirty="0" smtClean="0">
                <a:solidFill>
                  <a:srgbClr val="444444"/>
                </a:solidFill>
                <a:cs typeface="Trebuchet MS"/>
              </a:defRPr>
            </a:lvl1pPr>
          </a:lstStyle>
          <a:p>
            <a:pPr marL="128588" indent="-128588">
              <a:lnSpc>
                <a:spcPct val="120000"/>
              </a:lnSpc>
              <a:spcAft>
                <a:spcPts val="750"/>
              </a:spcAft>
              <a:buClr>
                <a:srgbClr val="2FC2D9"/>
              </a:buClr>
              <a:buFont typeface="Arial"/>
              <a:buChar char="•"/>
            </a:pPr>
            <a:r>
              <a:rPr lang="en-US" sz="1600" dirty="0" err="1" smtClean="0">
                <a:solidFill>
                  <a:srgbClr val="444444"/>
                </a:solidFill>
                <a:latin typeface="+mn-lt"/>
                <a:cs typeface="Trebuchet MS"/>
              </a:rPr>
              <a:t>Lorem</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ipsum</a:t>
            </a:r>
            <a:r>
              <a:rPr lang="en-US" sz="1600" dirty="0" smtClean="0">
                <a:solidFill>
                  <a:srgbClr val="444444"/>
                </a:solidFill>
                <a:latin typeface="+mn-lt"/>
                <a:cs typeface="Trebuchet MS"/>
              </a:rPr>
              <a:t> dolor sit </a:t>
            </a:r>
            <a:r>
              <a:rPr lang="en-US" sz="1600" dirty="0" err="1" smtClean="0">
                <a:solidFill>
                  <a:srgbClr val="444444"/>
                </a:solidFill>
                <a:latin typeface="+mn-lt"/>
                <a:cs typeface="Trebuchet MS"/>
              </a:rPr>
              <a:t>amet</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consectetuer</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adipiscing</a:t>
            </a:r>
            <a:r>
              <a:rPr lang="en-US" sz="1600" dirty="0" smtClean="0">
                <a:solidFill>
                  <a:srgbClr val="444444"/>
                </a:solidFill>
                <a:latin typeface="+mn-lt"/>
                <a:cs typeface="Trebuchet MS"/>
              </a:rPr>
              <a:t> </a:t>
            </a:r>
          </a:p>
          <a:p>
            <a:pPr marL="128588" indent="-128588">
              <a:lnSpc>
                <a:spcPct val="120000"/>
              </a:lnSpc>
              <a:spcAft>
                <a:spcPts val="750"/>
              </a:spcAft>
              <a:buClr>
                <a:srgbClr val="2FC2D9"/>
              </a:buClr>
              <a:buFont typeface="Arial"/>
              <a:buChar char="•"/>
            </a:pPr>
            <a:r>
              <a:rPr lang="en-US" sz="1600" dirty="0" err="1" smtClean="0">
                <a:solidFill>
                  <a:srgbClr val="444444"/>
                </a:solidFill>
                <a:latin typeface="+mn-lt"/>
                <a:cs typeface="Trebuchet MS"/>
              </a:rPr>
              <a:t>Sed</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diam</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nonummy</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nibh</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tincidunt</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ut</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laoreet</a:t>
            </a:r>
            <a:r>
              <a:rPr lang="en-US" sz="1600" dirty="0" smtClean="0">
                <a:solidFill>
                  <a:srgbClr val="444444"/>
                </a:solidFill>
                <a:latin typeface="+mn-lt"/>
                <a:cs typeface="Trebuchet MS"/>
              </a:rPr>
              <a:t> magna </a:t>
            </a:r>
            <a:r>
              <a:rPr lang="en-US" sz="1600" dirty="0" err="1" smtClean="0">
                <a:solidFill>
                  <a:srgbClr val="444444"/>
                </a:solidFill>
                <a:latin typeface="+mn-lt"/>
                <a:cs typeface="Trebuchet MS"/>
              </a:rPr>
              <a:t>erat</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volutpat</a:t>
            </a:r>
            <a:endParaRPr lang="en-US" sz="1600" dirty="0" smtClean="0">
              <a:solidFill>
                <a:srgbClr val="444444"/>
              </a:solidFill>
              <a:latin typeface="+mn-lt"/>
              <a:cs typeface="Trebuchet MS"/>
            </a:endParaRPr>
          </a:p>
          <a:p>
            <a:pPr marL="128588" indent="-128588">
              <a:lnSpc>
                <a:spcPct val="120000"/>
              </a:lnSpc>
              <a:spcAft>
                <a:spcPts val="750"/>
              </a:spcAft>
              <a:buClr>
                <a:srgbClr val="2FC2D9"/>
              </a:buClr>
              <a:buFont typeface="Arial"/>
              <a:buChar char="•"/>
            </a:pPr>
            <a:r>
              <a:rPr lang="en-US" sz="1600" dirty="0" err="1" smtClean="0">
                <a:solidFill>
                  <a:srgbClr val="444444"/>
                </a:solidFill>
                <a:latin typeface="+mn-lt"/>
                <a:cs typeface="Trebuchet MS"/>
              </a:rPr>
              <a:t>Lorem</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ipsum</a:t>
            </a:r>
            <a:r>
              <a:rPr lang="en-US" sz="1600" dirty="0" smtClean="0">
                <a:solidFill>
                  <a:srgbClr val="444444"/>
                </a:solidFill>
                <a:latin typeface="+mn-lt"/>
                <a:cs typeface="Trebuchet MS"/>
              </a:rPr>
              <a:t> dolor sit </a:t>
            </a:r>
            <a:r>
              <a:rPr lang="en-US" sz="1600" dirty="0" err="1" smtClean="0">
                <a:solidFill>
                  <a:srgbClr val="444444"/>
                </a:solidFill>
                <a:latin typeface="+mn-lt"/>
                <a:cs typeface="Trebuchet MS"/>
              </a:rPr>
              <a:t>amet</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consectetuer</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adipiscing</a:t>
            </a:r>
            <a:r>
              <a:rPr lang="en-US" sz="1600" dirty="0" smtClean="0">
                <a:solidFill>
                  <a:srgbClr val="444444"/>
                </a:solidFill>
                <a:latin typeface="+mn-lt"/>
                <a:cs typeface="Trebuchet MS"/>
              </a:rPr>
              <a:t> </a:t>
            </a:r>
          </a:p>
        </p:txBody>
      </p:sp>
      <p:sp>
        <p:nvSpPr>
          <p:cNvPr id="27" name="Text Placeholder 23"/>
          <p:cNvSpPr>
            <a:spLocks noGrp="1"/>
          </p:cNvSpPr>
          <p:nvPr>
            <p:ph type="body" sz="quarter" idx="19" hasCustomPrompt="1"/>
          </p:nvPr>
        </p:nvSpPr>
        <p:spPr>
          <a:xfrm>
            <a:off x="1492827" y="3079367"/>
            <a:ext cx="2048256" cy="1280160"/>
          </a:xfrm>
          <a:prstGeom prst="rect">
            <a:avLst/>
          </a:prstGeom>
        </p:spPr>
        <p:txBody>
          <a:bodyPr vert="horz" anchor="ctr" anchorCtr="0">
            <a:noAutofit/>
          </a:bodyPr>
          <a:lstStyle>
            <a:lvl1pPr marL="0" indent="0">
              <a:spcBef>
                <a:spcPts val="0"/>
              </a:spcBef>
              <a:buNone/>
              <a:defRPr sz="1600">
                <a:latin typeface="Arial Black"/>
              </a:defRPr>
            </a:lvl1pPr>
          </a:lstStyle>
          <a:p>
            <a:pPr>
              <a:lnSpc>
                <a:spcPct val="120000"/>
              </a:lnSpc>
            </a:pPr>
            <a:r>
              <a:rPr lang="en-US" sz="1600" dirty="0" smtClean="0">
                <a:solidFill>
                  <a:srgbClr val="444444"/>
                </a:solidFill>
                <a:latin typeface="Arial Black"/>
                <a:cs typeface="Arial Black"/>
              </a:rPr>
              <a:t>LOREM IPSUM DOLOR SIT AMET DIAM</a:t>
            </a:r>
            <a:endParaRPr lang="en-US" sz="1600" dirty="0">
              <a:solidFill>
                <a:srgbClr val="444444"/>
              </a:solidFill>
              <a:latin typeface="Arial Black"/>
              <a:cs typeface="Arial Black"/>
            </a:endParaRPr>
          </a:p>
        </p:txBody>
      </p:sp>
      <p:sp>
        <p:nvSpPr>
          <p:cNvPr id="28" name="Text Placeholder 25"/>
          <p:cNvSpPr>
            <a:spLocks noGrp="1"/>
          </p:cNvSpPr>
          <p:nvPr>
            <p:ph type="body" sz="quarter" idx="20" hasCustomPrompt="1"/>
          </p:nvPr>
        </p:nvSpPr>
        <p:spPr>
          <a:xfrm>
            <a:off x="3926417" y="3079369"/>
            <a:ext cx="7741920" cy="1280159"/>
          </a:xfrm>
          <a:prstGeom prst="rect">
            <a:avLst/>
          </a:prstGeom>
        </p:spPr>
        <p:txBody>
          <a:bodyPr vert="horz" anchor="ctr" anchorCtr="0"/>
          <a:lstStyle>
            <a:lvl1pPr marL="171446" indent="-171446">
              <a:lnSpc>
                <a:spcPct val="120000"/>
              </a:lnSpc>
              <a:spcBef>
                <a:spcPts val="0"/>
              </a:spcBef>
              <a:spcAft>
                <a:spcPts val="1000"/>
              </a:spcAft>
              <a:buClr>
                <a:srgbClr val="2FC2D9"/>
              </a:buClr>
              <a:buFont typeface="Arial"/>
              <a:buChar char="•"/>
              <a:defRPr lang="en-US" sz="1600" dirty="0" smtClean="0">
                <a:solidFill>
                  <a:srgbClr val="444444"/>
                </a:solidFill>
                <a:cs typeface="Trebuchet MS"/>
              </a:defRPr>
            </a:lvl1pPr>
          </a:lstStyle>
          <a:p>
            <a:pPr marL="128588" indent="-128588">
              <a:lnSpc>
                <a:spcPct val="120000"/>
              </a:lnSpc>
              <a:spcAft>
                <a:spcPts val="750"/>
              </a:spcAft>
              <a:buClr>
                <a:srgbClr val="2FC2D9"/>
              </a:buClr>
              <a:buFont typeface="Arial"/>
              <a:buChar char="•"/>
            </a:pPr>
            <a:r>
              <a:rPr lang="en-US" sz="1600" dirty="0" err="1" smtClean="0">
                <a:solidFill>
                  <a:srgbClr val="444444"/>
                </a:solidFill>
                <a:latin typeface="+mn-lt"/>
                <a:cs typeface="Trebuchet MS"/>
              </a:rPr>
              <a:t>Lorem</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ipsum</a:t>
            </a:r>
            <a:r>
              <a:rPr lang="en-US" sz="1600" dirty="0" smtClean="0">
                <a:solidFill>
                  <a:srgbClr val="444444"/>
                </a:solidFill>
                <a:latin typeface="+mn-lt"/>
                <a:cs typeface="Trebuchet MS"/>
              </a:rPr>
              <a:t> dolor sit </a:t>
            </a:r>
            <a:r>
              <a:rPr lang="en-US" sz="1600" dirty="0" err="1" smtClean="0">
                <a:solidFill>
                  <a:srgbClr val="444444"/>
                </a:solidFill>
                <a:latin typeface="+mn-lt"/>
                <a:cs typeface="Trebuchet MS"/>
              </a:rPr>
              <a:t>amet</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consectetuer</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adipiscing</a:t>
            </a:r>
            <a:r>
              <a:rPr lang="en-US" sz="1600" dirty="0" smtClean="0">
                <a:solidFill>
                  <a:srgbClr val="444444"/>
                </a:solidFill>
                <a:latin typeface="+mn-lt"/>
                <a:cs typeface="Trebuchet MS"/>
              </a:rPr>
              <a:t> </a:t>
            </a:r>
          </a:p>
          <a:p>
            <a:pPr marL="128588" indent="-128588">
              <a:lnSpc>
                <a:spcPct val="120000"/>
              </a:lnSpc>
              <a:spcAft>
                <a:spcPts val="750"/>
              </a:spcAft>
              <a:buClr>
                <a:srgbClr val="2FC2D9"/>
              </a:buClr>
              <a:buFont typeface="Arial"/>
              <a:buChar char="•"/>
            </a:pPr>
            <a:r>
              <a:rPr lang="en-US" sz="1600" dirty="0" err="1" smtClean="0">
                <a:solidFill>
                  <a:srgbClr val="444444"/>
                </a:solidFill>
                <a:latin typeface="+mn-lt"/>
                <a:cs typeface="Trebuchet MS"/>
              </a:rPr>
              <a:t>Sed</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diam</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nonummy</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nibh</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tincidunt</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ut</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laoreet</a:t>
            </a:r>
            <a:r>
              <a:rPr lang="en-US" sz="1600" dirty="0" smtClean="0">
                <a:solidFill>
                  <a:srgbClr val="444444"/>
                </a:solidFill>
                <a:latin typeface="+mn-lt"/>
                <a:cs typeface="Trebuchet MS"/>
              </a:rPr>
              <a:t> magna </a:t>
            </a:r>
            <a:r>
              <a:rPr lang="en-US" sz="1600" dirty="0" err="1" smtClean="0">
                <a:solidFill>
                  <a:srgbClr val="444444"/>
                </a:solidFill>
                <a:latin typeface="+mn-lt"/>
                <a:cs typeface="Trebuchet MS"/>
              </a:rPr>
              <a:t>erat</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volutpat</a:t>
            </a:r>
            <a:endParaRPr lang="en-US" sz="1600" dirty="0" smtClean="0">
              <a:solidFill>
                <a:srgbClr val="444444"/>
              </a:solidFill>
              <a:latin typeface="+mn-lt"/>
              <a:cs typeface="Trebuchet MS"/>
            </a:endParaRPr>
          </a:p>
          <a:p>
            <a:pPr marL="128588" indent="-128588">
              <a:lnSpc>
                <a:spcPct val="120000"/>
              </a:lnSpc>
              <a:spcAft>
                <a:spcPts val="750"/>
              </a:spcAft>
              <a:buClr>
                <a:srgbClr val="2FC2D9"/>
              </a:buClr>
              <a:buFont typeface="Arial"/>
              <a:buChar char="•"/>
            </a:pPr>
            <a:r>
              <a:rPr lang="en-US" sz="1600" dirty="0" err="1" smtClean="0">
                <a:solidFill>
                  <a:srgbClr val="444444"/>
                </a:solidFill>
                <a:latin typeface="+mn-lt"/>
                <a:cs typeface="Trebuchet MS"/>
              </a:rPr>
              <a:t>Lorem</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ipsum</a:t>
            </a:r>
            <a:r>
              <a:rPr lang="en-US" sz="1600" dirty="0" smtClean="0">
                <a:solidFill>
                  <a:srgbClr val="444444"/>
                </a:solidFill>
                <a:latin typeface="+mn-lt"/>
                <a:cs typeface="Trebuchet MS"/>
              </a:rPr>
              <a:t> dolor sit </a:t>
            </a:r>
            <a:r>
              <a:rPr lang="en-US" sz="1600" dirty="0" err="1" smtClean="0">
                <a:solidFill>
                  <a:srgbClr val="444444"/>
                </a:solidFill>
                <a:latin typeface="+mn-lt"/>
                <a:cs typeface="Trebuchet MS"/>
              </a:rPr>
              <a:t>amet</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consectetuer</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adipiscing</a:t>
            </a:r>
            <a:r>
              <a:rPr lang="en-US" sz="1600" dirty="0" smtClean="0">
                <a:solidFill>
                  <a:srgbClr val="444444"/>
                </a:solidFill>
                <a:latin typeface="+mn-lt"/>
                <a:cs typeface="Trebuchet MS"/>
              </a:rPr>
              <a:t> </a:t>
            </a:r>
          </a:p>
        </p:txBody>
      </p:sp>
      <p:sp>
        <p:nvSpPr>
          <p:cNvPr id="29" name="Text Placeholder 23"/>
          <p:cNvSpPr>
            <a:spLocks noGrp="1"/>
          </p:cNvSpPr>
          <p:nvPr>
            <p:ph type="body" sz="quarter" idx="21" hasCustomPrompt="1"/>
          </p:nvPr>
        </p:nvSpPr>
        <p:spPr>
          <a:xfrm>
            <a:off x="1492827" y="4926640"/>
            <a:ext cx="2048256" cy="1280160"/>
          </a:xfrm>
          <a:prstGeom prst="rect">
            <a:avLst/>
          </a:prstGeom>
        </p:spPr>
        <p:txBody>
          <a:bodyPr vert="horz" anchor="ctr" anchorCtr="0">
            <a:noAutofit/>
          </a:bodyPr>
          <a:lstStyle>
            <a:lvl1pPr marL="0" indent="0">
              <a:spcBef>
                <a:spcPts val="0"/>
              </a:spcBef>
              <a:buNone/>
              <a:defRPr sz="1600">
                <a:latin typeface="Arial Black"/>
              </a:defRPr>
            </a:lvl1pPr>
          </a:lstStyle>
          <a:p>
            <a:pPr>
              <a:lnSpc>
                <a:spcPct val="120000"/>
              </a:lnSpc>
            </a:pPr>
            <a:r>
              <a:rPr lang="en-US" sz="1600" dirty="0" smtClean="0">
                <a:solidFill>
                  <a:srgbClr val="444444"/>
                </a:solidFill>
                <a:latin typeface="Arial Black"/>
                <a:cs typeface="Arial Black"/>
              </a:rPr>
              <a:t>LOREM IPSUM DOLOR SIT AMET DIAM</a:t>
            </a:r>
            <a:endParaRPr lang="en-US" sz="1600" dirty="0">
              <a:solidFill>
                <a:srgbClr val="444444"/>
              </a:solidFill>
              <a:latin typeface="Arial Black"/>
              <a:cs typeface="Arial Black"/>
            </a:endParaRPr>
          </a:p>
        </p:txBody>
      </p:sp>
      <p:sp>
        <p:nvSpPr>
          <p:cNvPr id="30" name="Text Placeholder 25"/>
          <p:cNvSpPr>
            <a:spLocks noGrp="1"/>
          </p:cNvSpPr>
          <p:nvPr>
            <p:ph type="body" sz="quarter" idx="22" hasCustomPrompt="1"/>
          </p:nvPr>
        </p:nvSpPr>
        <p:spPr>
          <a:xfrm>
            <a:off x="3926417" y="4926642"/>
            <a:ext cx="7741920" cy="1280159"/>
          </a:xfrm>
          <a:prstGeom prst="rect">
            <a:avLst/>
          </a:prstGeom>
        </p:spPr>
        <p:txBody>
          <a:bodyPr vert="horz" anchor="ctr" anchorCtr="0"/>
          <a:lstStyle>
            <a:lvl1pPr marL="171446" indent="-171446">
              <a:lnSpc>
                <a:spcPct val="120000"/>
              </a:lnSpc>
              <a:spcBef>
                <a:spcPts val="0"/>
              </a:spcBef>
              <a:spcAft>
                <a:spcPts val="1000"/>
              </a:spcAft>
              <a:buClr>
                <a:srgbClr val="2FC2D9"/>
              </a:buClr>
              <a:buFont typeface="Arial"/>
              <a:buChar char="•"/>
              <a:defRPr lang="en-US" sz="1600" dirty="0" smtClean="0">
                <a:solidFill>
                  <a:srgbClr val="444444"/>
                </a:solidFill>
                <a:cs typeface="Trebuchet MS"/>
              </a:defRPr>
            </a:lvl1pPr>
          </a:lstStyle>
          <a:p>
            <a:pPr marL="128588" indent="-128588">
              <a:lnSpc>
                <a:spcPct val="120000"/>
              </a:lnSpc>
              <a:spcAft>
                <a:spcPts val="750"/>
              </a:spcAft>
              <a:buClr>
                <a:srgbClr val="2FC2D9"/>
              </a:buClr>
              <a:buFont typeface="Arial"/>
              <a:buChar char="•"/>
            </a:pPr>
            <a:r>
              <a:rPr lang="en-US" sz="1600" dirty="0" err="1" smtClean="0">
                <a:solidFill>
                  <a:srgbClr val="444444"/>
                </a:solidFill>
                <a:latin typeface="+mn-lt"/>
                <a:cs typeface="Trebuchet MS"/>
              </a:rPr>
              <a:t>Lorem</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ipsum</a:t>
            </a:r>
            <a:r>
              <a:rPr lang="en-US" sz="1600" dirty="0" smtClean="0">
                <a:solidFill>
                  <a:srgbClr val="444444"/>
                </a:solidFill>
                <a:latin typeface="+mn-lt"/>
                <a:cs typeface="Trebuchet MS"/>
              </a:rPr>
              <a:t> dolor sit </a:t>
            </a:r>
            <a:r>
              <a:rPr lang="en-US" sz="1600" dirty="0" err="1" smtClean="0">
                <a:solidFill>
                  <a:srgbClr val="444444"/>
                </a:solidFill>
                <a:latin typeface="+mn-lt"/>
                <a:cs typeface="Trebuchet MS"/>
              </a:rPr>
              <a:t>amet</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consectetuer</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adipiscing</a:t>
            </a:r>
            <a:r>
              <a:rPr lang="en-US" sz="1600" dirty="0" smtClean="0">
                <a:solidFill>
                  <a:srgbClr val="444444"/>
                </a:solidFill>
                <a:latin typeface="+mn-lt"/>
                <a:cs typeface="Trebuchet MS"/>
              </a:rPr>
              <a:t> </a:t>
            </a:r>
          </a:p>
          <a:p>
            <a:pPr marL="128588" indent="-128588">
              <a:lnSpc>
                <a:spcPct val="120000"/>
              </a:lnSpc>
              <a:spcAft>
                <a:spcPts val="750"/>
              </a:spcAft>
              <a:buClr>
                <a:srgbClr val="2FC2D9"/>
              </a:buClr>
              <a:buFont typeface="Arial"/>
              <a:buChar char="•"/>
            </a:pPr>
            <a:r>
              <a:rPr lang="en-US" sz="1600" dirty="0" err="1" smtClean="0">
                <a:solidFill>
                  <a:srgbClr val="444444"/>
                </a:solidFill>
                <a:latin typeface="+mn-lt"/>
                <a:cs typeface="Trebuchet MS"/>
              </a:rPr>
              <a:t>Sed</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diam</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nonummy</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nibh</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tincidunt</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ut</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laoreet</a:t>
            </a:r>
            <a:r>
              <a:rPr lang="en-US" sz="1600" dirty="0" smtClean="0">
                <a:solidFill>
                  <a:srgbClr val="444444"/>
                </a:solidFill>
                <a:latin typeface="+mn-lt"/>
                <a:cs typeface="Trebuchet MS"/>
              </a:rPr>
              <a:t> magna </a:t>
            </a:r>
            <a:r>
              <a:rPr lang="en-US" sz="1600" dirty="0" err="1" smtClean="0">
                <a:solidFill>
                  <a:srgbClr val="444444"/>
                </a:solidFill>
                <a:latin typeface="+mn-lt"/>
                <a:cs typeface="Trebuchet MS"/>
              </a:rPr>
              <a:t>erat</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volutpat</a:t>
            </a:r>
            <a:endParaRPr lang="en-US" sz="1600" dirty="0" smtClean="0">
              <a:solidFill>
                <a:srgbClr val="444444"/>
              </a:solidFill>
              <a:latin typeface="+mn-lt"/>
              <a:cs typeface="Trebuchet MS"/>
            </a:endParaRPr>
          </a:p>
          <a:p>
            <a:pPr marL="128588" indent="-128588">
              <a:lnSpc>
                <a:spcPct val="120000"/>
              </a:lnSpc>
              <a:spcAft>
                <a:spcPts val="750"/>
              </a:spcAft>
              <a:buClr>
                <a:srgbClr val="2FC2D9"/>
              </a:buClr>
              <a:buFont typeface="Arial"/>
              <a:buChar char="•"/>
            </a:pPr>
            <a:r>
              <a:rPr lang="en-US" sz="1600" dirty="0" err="1" smtClean="0">
                <a:solidFill>
                  <a:srgbClr val="444444"/>
                </a:solidFill>
                <a:latin typeface="+mn-lt"/>
                <a:cs typeface="Trebuchet MS"/>
              </a:rPr>
              <a:t>Lorem</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ipsum</a:t>
            </a:r>
            <a:r>
              <a:rPr lang="en-US" sz="1600" dirty="0" smtClean="0">
                <a:solidFill>
                  <a:srgbClr val="444444"/>
                </a:solidFill>
                <a:latin typeface="+mn-lt"/>
                <a:cs typeface="Trebuchet MS"/>
              </a:rPr>
              <a:t> dolor sit </a:t>
            </a:r>
            <a:r>
              <a:rPr lang="en-US" sz="1600" dirty="0" err="1" smtClean="0">
                <a:solidFill>
                  <a:srgbClr val="444444"/>
                </a:solidFill>
                <a:latin typeface="+mn-lt"/>
                <a:cs typeface="Trebuchet MS"/>
              </a:rPr>
              <a:t>amet</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consectetuer</a:t>
            </a:r>
            <a:r>
              <a:rPr lang="en-US" sz="1600" dirty="0" smtClean="0">
                <a:solidFill>
                  <a:srgbClr val="444444"/>
                </a:solidFill>
                <a:latin typeface="+mn-lt"/>
                <a:cs typeface="Trebuchet MS"/>
              </a:rPr>
              <a:t> </a:t>
            </a:r>
            <a:r>
              <a:rPr lang="en-US" sz="1600" dirty="0" err="1" smtClean="0">
                <a:solidFill>
                  <a:srgbClr val="444444"/>
                </a:solidFill>
                <a:latin typeface="+mn-lt"/>
                <a:cs typeface="Trebuchet MS"/>
              </a:rPr>
              <a:t>adipiscing</a:t>
            </a:r>
            <a:r>
              <a:rPr lang="en-US" sz="1600" dirty="0" smtClean="0">
                <a:solidFill>
                  <a:srgbClr val="444444"/>
                </a:solidFill>
                <a:latin typeface="+mn-lt"/>
                <a:cs typeface="Trebuchet MS"/>
              </a:rPr>
              <a:t> </a:t>
            </a:r>
          </a:p>
        </p:txBody>
      </p:sp>
    </p:spTree>
    <p:extLst>
      <p:ext uri="{BB962C8B-B14F-4D97-AF65-F5344CB8AC3E}">
        <p14:creationId xmlns:p14="http://schemas.microsoft.com/office/powerpoint/2010/main" val="690617534"/>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Map Background">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gradFill flip="none" rotWithShape="1">
            <a:gsLst>
              <a:gs pos="0">
                <a:srgbClr val="1A9CB0"/>
              </a:gs>
              <a:gs pos="100000">
                <a:srgbClr val="2FC2D9"/>
              </a:gs>
            </a:gsLst>
            <a:lin ang="17640000" scaled="0"/>
            <a:tileRect/>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lnSpc>
                <a:spcPct val="85000"/>
              </a:lnSpc>
            </a:pPr>
            <a:endParaRPr lang="en-US" sz="1867" dirty="0"/>
          </a:p>
        </p:txBody>
      </p:sp>
      <p:sp>
        <p:nvSpPr>
          <p:cNvPr id="6" name="Text Placeholder 2"/>
          <p:cNvSpPr>
            <a:spLocks noGrp="1"/>
          </p:cNvSpPr>
          <p:nvPr>
            <p:ph idx="1" hasCustomPrompt="1"/>
          </p:nvPr>
        </p:nvSpPr>
        <p:spPr>
          <a:xfrm>
            <a:off x="835376" y="3197413"/>
            <a:ext cx="10099325" cy="2921872"/>
          </a:xfrm>
          <a:prstGeom prst="rect">
            <a:avLst/>
          </a:prstGeom>
        </p:spPr>
        <p:txBody>
          <a:bodyPr vert="horz" lIns="68580" tIns="34290" rIns="68580" bIns="34290" rtlCol="0">
            <a:noAutofit/>
          </a:bodyPr>
          <a:lstStyle>
            <a:lvl1pPr marL="0" indent="0">
              <a:lnSpc>
                <a:spcPct val="85000"/>
              </a:lnSpc>
              <a:spcBef>
                <a:spcPts val="0"/>
              </a:spcBef>
              <a:buFontTx/>
              <a:buNone/>
              <a:defRPr sz="4533">
                <a:solidFill>
                  <a:schemeClr val="bg1"/>
                </a:solidFill>
                <a:latin typeface="Arial Black"/>
                <a:cs typeface="Arial Black"/>
              </a:defRPr>
            </a:lvl1pPr>
            <a:lvl2pPr>
              <a:defRPr sz="1600"/>
            </a:lvl2pPr>
            <a:lvl3pPr>
              <a:defRPr sz="1600"/>
            </a:lvl3pPr>
            <a:lvl4pPr>
              <a:defRPr sz="1600"/>
            </a:lvl4pPr>
            <a:lvl5pPr>
              <a:defRPr sz="1600"/>
            </a:lvl5pPr>
          </a:lstStyle>
          <a:p>
            <a:pPr lvl="0"/>
            <a:r>
              <a:rPr lang="en-US" dirty="0" smtClean="0"/>
              <a:t>CLICK TO ADD HEADLINE</a:t>
            </a:r>
          </a:p>
        </p:txBody>
      </p:sp>
      <p:pic>
        <p:nvPicPr>
          <p:cNvPr id="4" name="Picture 3"/>
          <p:cNvPicPr>
            <a:picLocks noChangeAspect="1"/>
          </p:cNvPicPr>
          <p:nvPr userDrawn="1"/>
        </p:nvPicPr>
        <p:blipFill>
          <a:blip r:embed="rId2">
            <a:alphaModFix amt="25000"/>
          </a:blip>
          <a:stretch>
            <a:fillRect/>
          </a:stretch>
        </p:blipFill>
        <p:spPr>
          <a:xfrm>
            <a:off x="-317471" y="-188043"/>
            <a:ext cx="12836976" cy="7450667"/>
          </a:xfrm>
          <a:prstGeom prst="rect">
            <a:avLst/>
          </a:prstGeom>
        </p:spPr>
      </p:pic>
    </p:spTree>
    <p:extLst>
      <p:ext uri="{BB962C8B-B14F-4D97-AF65-F5344CB8AC3E}">
        <p14:creationId xmlns:p14="http://schemas.microsoft.com/office/powerpoint/2010/main" val="29643683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ulleted Content">
    <p:spTree>
      <p:nvGrpSpPr>
        <p:cNvPr id="1" name=""/>
        <p:cNvGrpSpPr/>
        <p:nvPr/>
      </p:nvGrpSpPr>
      <p:grpSpPr>
        <a:xfrm>
          <a:off x="0" y="0"/>
          <a:ext cx="0" cy="0"/>
          <a:chOff x="0" y="0"/>
          <a:chExt cx="0" cy="0"/>
        </a:xfrm>
      </p:grpSpPr>
      <p:sp>
        <p:nvSpPr>
          <p:cNvPr id="6" name="Text Placeholder 2"/>
          <p:cNvSpPr>
            <a:spLocks noGrp="1"/>
          </p:cNvSpPr>
          <p:nvPr>
            <p:ph idx="1" hasCustomPrompt="1"/>
          </p:nvPr>
        </p:nvSpPr>
        <p:spPr>
          <a:xfrm>
            <a:off x="480484" y="1439864"/>
            <a:ext cx="11119104" cy="4511040"/>
          </a:xfrm>
          <a:prstGeom prst="rect">
            <a:avLst/>
          </a:prstGeom>
        </p:spPr>
        <p:txBody>
          <a:bodyPr vert="horz" lIns="68580" tIns="34290" rIns="68580" bIns="34290" rtlCol="0">
            <a:normAutofit/>
          </a:bodyPr>
          <a:lstStyle>
            <a:lvl1pPr marL="173732" marR="0" indent="-173732" algn="l" defTabSz="457189" rtl="0" eaLnBrk="1" fontAlgn="auto" latinLnBrk="0" hangingPunct="1">
              <a:lnSpc>
                <a:spcPct val="120000"/>
              </a:lnSpc>
              <a:spcBef>
                <a:spcPts val="0"/>
              </a:spcBef>
              <a:spcAft>
                <a:spcPts val="1000"/>
              </a:spcAft>
              <a:buClr>
                <a:schemeClr val="accent2"/>
              </a:buClr>
              <a:buSzTx/>
              <a:buFont typeface="Arial"/>
              <a:buChar char="•"/>
              <a:tabLst/>
              <a:defRPr sz="1867" baseline="0">
                <a:solidFill>
                  <a:schemeClr val="tx1"/>
                </a:solidFill>
              </a:defRPr>
            </a:lvl1pPr>
            <a:lvl2pPr marL="742932" indent="-285744">
              <a:lnSpc>
                <a:spcPct val="120000"/>
              </a:lnSpc>
              <a:buClr>
                <a:schemeClr val="tx1"/>
              </a:buClr>
              <a:buSzPct val="100000"/>
              <a:buFont typeface="Lucida Grande"/>
              <a:buChar char="–"/>
              <a:defRPr sz="1600" baseline="0">
                <a:solidFill>
                  <a:schemeClr val="tx1"/>
                </a:solidFill>
              </a:defRPr>
            </a:lvl2pPr>
            <a:lvl3pPr>
              <a:lnSpc>
                <a:spcPct val="120000"/>
              </a:lnSpc>
              <a:defRPr sz="1467" baseline="0">
                <a:solidFill>
                  <a:schemeClr val="tx1"/>
                </a:solidFill>
              </a:defRPr>
            </a:lvl3pPr>
            <a:lvl4pPr>
              <a:defRPr sz="1600"/>
            </a:lvl4pPr>
            <a:lvl5pPr>
              <a:defRPr sz="1600"/>
            </a:lvl5pPr>
          </a:lstStyle>
          <a:p>
            <a:pPr lvl="0"/>
            <a:r>
              <a:rPr lang="en-US" dirty="0" smtClean="0"/>
              <a:t>Click to add bulleted list</a:t>
            </a:r>
          </a:p>
          <a:p>
            <a:pPr lvl="1"/>
            <a:r>
              <a:rPr lang="en-US" dirty="0" smtClean="0"/>
              <a:t>Second Level Bullet</a:t>
            </a:r>
          </a:p>
          <a:p>
            <a:pPr lvl="2"/>
            <a:r>
              <a:rPr lang="en-US" dirty="0" smtClean="0"/>
              <a:t>Third Level Bullet</a:t>
            </a:r>
            <a:br>
              <a:rPr lang="en-US" dirty="0" smtClean="0"/>
            </a:br>
            <a:endParaRPr lang="en-US" dirty="0" smtClean="0"/>
          </a:p>
          <a:p>
            <a:pPr lvl="0"/>
            <a:r>
              <a:rPr lang="en-US" dirty="0" smtClean="0"/>
              <a:t>Click to add bulleted list</a:t>
            </a:r>
          </a:p>
          <a:p>
            <a:pPr lvl="0"/>
            <a:r>
              <a:rPr lang="en-US" dirty="0" smtClean="0"/>
              <a:t>Click to add bulleted list</a:t>
            </a:r>
          </a:p>
          <a:p>
            <a:pPr lvl="0"/>
            <a:r>
              <a:rPr lang="en-US" dirty="0" smtClean="0"/>
              <a:t>Click to add bulleted list</a:t>
            </a:r>
          </a:p>
        </p:txBody>
      </p:sp>
      <p:sp>
        <p:nvSpPr>
          <p:cNvPr id="7" name="Text Placeholder 6"/>
          <p:cNvSpPr>
            <a:spLocks noGrp="1"/>
          </p:cNvSpPr>
          <p:nvPr>
            <p:ph type="body" sz="quarter" idx="10" hasCustomPrompt="1"/>
          </p:nvPr>
        </p:nvSpPr>
        <p:spPr>
          <a:xfrm>
            <a:off x="0" y="0"/>
            <a:ext cx="12192000" cy="932688"/>
          </a:xfrm>
          <a:prstGeom prst="rect">
            <a:avLst/>
          </a:prstGeom>
          <a:solidFill>
            <a:schemeClr val="bg1"/>
          </a:solidFill>
          <a:ln>
            <a:noFill/>
          </a:ln>
          <a:effectLst>
            <a:outerShdw blurRad="40005" dist="25400" dir="5400000" algn="t" rotWithShape="0">
              <a:prstClr val="black">
                <a:alpha val="30000"/>
              </a:prstClr>
            </a:outerShdw>
          </a:effectLst>
        </p:spPr>
        <p:txBody>
          <a:bodyPr lIns="274320" tIns="34290" rIns="68580" bIns="34290" anchor="ctr" anchorCtr="0">
            <a:normAutofit/>
          </a:bodyPr>
          <a:lstStyle>
            <a:lvl1pPr marL="0" indent="0">
              <a:buNone/>
              <a:defRPr sz="2667" baseline="0">
                <a:latin typeface="Arial Black"/>
                <a:cs typeface="Arial Black"/>
              </a:defRPr>
            </a:lvl1pPr>
          </a:lstStyle>
          <a:p>
            <a:pPr lvl="0"/>
            <a:r>
              <a:rPr lang="en-US" dirty="0" smtClean="0"/>
              <a:t>CLICK TO ADD TITLE</a:t>
            </a:r>
            <a:endParaRPr lang="en-US" dirty="0"/>
          </a:p>
        </p:txBody>
      </p:sp>
    </p:spTree>
    <p:extLst>
      <p:ext uri="{BB962C8B-B14F-4D97-AF65-F5344CB8AC3E}">
        <p14:creationId xmlns:p14="http://schemas.microsoft.com/office/powerpoint/2010/main" val="39513704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1669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F1808B-1D45-43F6-9F75-A26C1DEB8C51}" type="datetimeFigureOut">
              <a:rPr lang="en-US" smtClean="0"/>
              <a:t>10/21/2020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3C8589-ABD3-4F40-94C2-521B588CDDC2}" type="slidenum">
              <a:rPr lang="en-US" smtClean="0"/>
              <a:t>‹#›</a:t>
            </a:fld>
            <a:endParaRPr lang="en-US"/>
          </a:p>
        </p:txBody>
      </p:sp>
    </p:spTree>
    <p:extLst>
      <p:ext uri="{BB962C8B-B14F-4D97-AF65-F5344CB8AC3E}">
        <p14:creationId xmlns:p14="http://schemas.microsoft.com/office/powerpoint/2010/main" val="24806396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p:cNvSpPr/>
          <p:nvPr userDrawn="1"/>
        </p:nvSpPr>
        <p:spPr>
          <a:xfrm>
            <a:off x="0" y="6475307"/>
            <a:ext cx="12206941" cy="397635"/>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sz="1867" dirty="0"/>
          </a:p>
        </p:txBody>
      </p:sp>
      <p:sp>
        <p:nvSpPr>
          <p:cNvPr id="3" name="TextBox 2"/>
          <p:cNvSpPr txBox="1"/>
          <p:nvPr userDrawn="1"/>
        </p:nvSpPr>
        <p:spPr>
          <a:xfrm>
            <a:off x="9894817" y="6533385"/>
            <a:ext cx="1991360" cy="256545"/>
          </a:xfrm>
          <a:prstGeom prst="rect">
            <a:avLst/>
          </a:prstGeom>
          <a:noFill/>
        </p:spPr>
        <p:txBody>
          <a:bodyPr wrap="square" lIns="91440" tIns="45720" rIns="91440" bIns="45720" rtlCol="0">
            <a:spAutoFit/>
          </a:bodyPr>
          <a:lstStyle/>
          <a:p>
            <a:pPr algn="r"/>
            <a:fld id="{C2C0EDAD-27A0-9447-9004-E733B36B95C3}" type="slidenum">
              <a:rPr lang="en-US" sz="1067" b="0" i="0" smtClean="0">
                <a:solidFill>
                  <a:srgbClr val="CCCCCC"/>
                </a:solidFill>
                <a:latin typeface="Trebuchet MS"/>
                <a:cs typeface="Trebuchet MS"/>
              </a:rPr>
              <a:pPr algn="r"/>
              <a:t>‹#›</a:t>
            </a:fld>
            <a:endParaRPr lang="en-US" sz="1067" b="0" i="0" dirty="0">
              <a:solidFill>
                <a:srgbClr val="CCCCCC"/>
              </a:solidFill>
              <a:latin typeface="Trebuchet MS"/>
              <a:cs typeface="Trebuchet MS"/>
            </a:endParaRPr>
          </a:p>
        </p:txBody>
      </p:sp>
      <p:sp>
        <p:nvSpPr>
          <p:cNvPr id="4" name="TextBox 3"/>
          <p:cNvSpPr txBox="1"/>
          <p:nvPr userDrawn="1"/>
        </p:nvSpPr>
        <p:spPr>
          <a:xfrm>
            <a:off x="1174079" y="6562319"/>
            <a:ext cx="3088640" cy="215444"/>
          </a:xfrm>
          <a:prstGeom prst="rect">
            <a:avLst/>
          </a:prstGeom>
          <a:noFill/>
        </p:spPr>
        <p:txBody>
          <a:bodyPr wrap="square" lIns="91440" tIns="45720" rIns="91440" bIns="45720" rtlCol="0">
            <a:spAutoFit/>
          </a:bodyPr>
          <a:lstStyle/>
          <a:p>
            <a:r>
              <a:rPr lang="en-US" sz="800" b="0" i="0" kern="0" spc="20" dirty="0" smtClean="0">
                <a:solidFill>
                  <a:schemeClr val="accent1"/>
                </a:solidFill>
                <a:latin typeface="Trebuchet MS"/>
                <a:cs typeface="Trebuchet MS"/>
              </a:rPr>
              <a:t>CONFIDENTIAL</a:t>
            </a:r>
            <a:endParaRPr lang="en-US" sz="800" b="0" i="0" kern="0" spc="20" dirty="0">
              <a:solidFill>
                <a:schemeClr val="accent1"/>
              </a:solidFill>
              <a:latin typeface="Trebuchet MS"/>
              <a:cs typeface="Trebuchet MS"/>
            </a:endParaRPr>
          </a:p>
        </p:txBody>
      </p:sp>
      <p:cxnSp>
        <p:nvCxnSpPr>
          <p:cNvPr id="5" name="Straight Connector 4"/>
          <p:cNvCxnSpPr/>
          <p:nvPr userDrawn="1"/>
        </p:nvCxnSpPr>
        <p:spPr>
          <a:xfrm>
            <a:off x="1084332" y="6587744"/>
            <a:ext cx="0" cy="164592"/>
          </a:xfrm>
          <a:prstGeom prst="line">
            <a:avLst/>
          </a:prstGeom>
          <a:ln w="3175" cmpd="sng">
            <a:solidFill>
              <a:schemeClr val="accent1"/>
            </a:solidFill>
          </a:ln>
          <a:effectLst/>
        </p:spPr>
        <p:style>
          <a:lnRef idx="2">
            <a:schemeClr val="accent1"/>
          </a:lnRef>
          <a:fillRef idx="0">
            <a:schemeClr val="accent1"/>
          </a:fillRef>
          <a:effectRef idx="1">
            <a:schemeClr val="accent1"/>
          </a:effectRef>
          <a:fontRef idx="minor">
            <a:schemeClr val="tx1"/>
          </a:fontRef>
        </p:style>
      </p:cxnSp>
      <p:pic>
        <p:nvPicPr>
          <p:cNvPr id="6" name="Picture 5" descr="logo_footer.png"/>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a:off x="309632" y="6575245"/>
            <a:ext cx="635000" cy="225889"/>
          </a:xfrm>
          <a:prstGeom prst="rect">
            <a:avLst/>
          </a:prstGeom>
        </p:spPr>
      </p:pic>
    </p:spTree>
    <p:extLst>
      <p:ext uri="{BB962C8B-B14F-4D97-AF65-F5344CB8AC3E}">
        <p14:creationId xmlns:p14="http://schemas.microsoft.com/office/powerpoint/2010/main" val="6571716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ctr" defTabSz="457189"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457189" rtl="0" eaLnBrk="1" latinLnBrk="0" hangingPunct="1">
        <a:spcBef>
          <a:spcPct val="20000"/>
        </a:spcBef>
        <a:buFont typeface="Arial"/>
        <a:buChar char="•"/>
        <a:defRPr sz="3200" kern="1200">
          <a:solidFill>
            <a:schemeClr val="tx1"/>
          </a:solidFill>
          <a:latin typeface="+mn-lt"/>
          <a:ea typeface="+mn-ea"/>
          <a:cs typeface="+mn-cs"/>
        </a:defRPr>
      </a:lvl1pPr>
      <a:lvl2pPr marL="742932" indent="-285744" algn="l" defTabSz="457189" rtl="0" eaLnBrk="1" latinLnBrk="0" hangingPunct="1">
        <a:spcBef>
          <a:spcPct val="20000"/>
        </a:spcBef>
        <a:buFont typeface="Arial"/>
        <a:buChar char="–"/>
        <a:defRPr sz="2800" kern="1200">
          <a:solidFill>
            <a:schemeClr val="tx1"/>
          </a:solidFill>
          <a:latin typeface="+mn-lt"/>
          <a:ea typeface="+mn-ea"/>
          <a:cs typeface="+mn-cs"/>
        </a:defRPr>
      </a:lvl2pPr>
      <a:lvl3pPr marL="1142971" indent="-228594" algn="l" defTabSz="457189" rtl="0" eaLnBrk="1" latinLnBrk="0" hangingPunct="1">
        <a:spcBef>
          <a:spcPct val="20000"/>
        </a:spcBef>
        <a:buFont typeface="Arial"/>
        <a:buChar char="•"/>
        <a:defRPr sz="2400" kern="1200">
          <a:solidFill>
            <a:schemeClr val="tx1"/>
          </a:solidFill>
          <a:latin typeface="+mn-lt"/>
          <a:ea typeface="+mn-ea"/>
          <a:cs typeface="+mn-cs"/>
        </a:defRPr>
      </a:lvl3pPr>
      <a:lvl4pPr marL="1600160" indent="-228594" algn="l" defTabSz="457189" rtl="0" eaLnBrk="1" latinLnBrk="0" hangingPunct="1">
        <a:spcBef>
          <a:spcPct val="20000"/>
        </a:spcBef>
        <a:buFont typeface="Arial"/>
        <a:buChar char="–"/>
        <a:defRPr sz="2000" kern="1200">
          <a:solidFill>
            <a:schemeClr val="tx1"/>
          </a:solidFill>
          <a:latin typeface="+mn-lt"/>
          <a:ea typeface="+mn-ea"/>
          <a:cs typeface="+mn-cs"/>
        </a:defRPr>
      </a:lvl4pPr>
      <a:lvl5pPr marL="2057349" indent="-228594" algn="l" defTabSz="457189" rtl="0" eaLnBrk="1" latinLnBrk="0" hangingPunct="1">
        <a:spcBef>
          <a:spcPct val="20000"/>
        </a:spcBef>
        <a:buFont typeface="Arial"/>
        <a:buChar char="»"/>
        <a:defRPr sz="2000" kern="1200">
          <a:solidFill>
            <a:schemeClr val="tx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67" kern="1200">
          <a:solidFill>
            <a:schemeClr val="tx1"/>
          </a:solidFill>
          <a:latin typeface="+mn-lt"/>
          <a:ea typeface="+mn-ea"/>
          <a:cs typeface="+mn-cs"/>
        </a:defRPr>
      </a:lvl1pPr>
      <a:lvl2pPr marL="457189" algn="l" defTabSz="457189" rtl="0" eaLnBrk="1" latinLnBrk="0" hangingPunct="1">
        <a:defRPr sz="1867" kern="1200">
          <a:solidFill>
            <a:schemeClr val="tx1"/>
          </a:solidFill>
          <a:latin typeface="+mn-lt"/>
          <a:ea typeface="+mn-ea"/>
          <a:cs typeface="+mn-cs"/>
        </a:defRPr>
      </a:lvl2pPr>
      <a:lvl3pPr marL="914377" algn="l" defTabSz="457189" rtl="0" eaLnBrk="1" latinLnBrk="0" hangingPunct="1">
        <a:defRPr sz="1867" kern="1200">
          <a:solidFill>
            <a:schemeClr val="tx1"/>
          </a:solidFill>
          <a:latin typeface="+mn-lt"/>
          <a:ea typeface="+mn-ea"/>
          <a:cs typeface="+mn-cs"/>
        </a:defRPr>
      </a:lvl3pPr>
      <a:lvl4pPr marL="1371566" algn="l" defTabSz="457189" rtl="0" eaLnBrk="1" latinLnBrk="0" hangingPunct="1">
        <a:defRPr sz="1867" kern="1200">
          <a:solidFill>
            <a:schemeClr val="tx1"/>
          </a:solidFill>
          <a:latin typeface="+mn-lt"/>
          <a:ea typeface="+mn-ea"/>
          <a:cs typeface="+mn-cs"/>
        </a:defRPr>
      </a:lvl4pPr>
      <a:lvl5pPr marL="1828754" algn="l" defTabSz="457189" rtl="0" eaLnBrk="1" latinLnBrk="0" hangingPunct="1">
        <a:defRPr sz="1867" kern="1200">
          <a:solidFill>
            <a:schemeClr val="tx1"/>
          </a:solidFill>
          <a:latin typeface="+mn-lt"/>
          <a:ea typeface="+mn-ea"/>
          <a:cs typeface="+mn-cs"/>
        </a:defRPr>
      </a:lvl5pPr>
      <a:lvl6pPr marL="2285943" algn="l" defTabSz="457189" rtl="0" eaLnBrk="1" latinLnBrk="0" hangingPunct="1">
        <a:defRPr sz="1867" kern="1200">
          <a:solidFill>
            <a:schemeClr val="tx1"/>
          </a:solidFill>
          <a:latin typeface="+mn-lt"/>
          <a:ea typeface="+mn-ea"/>
          <a:cs typeface="+mn-cs"/>
        </a:defRPr>
      </a:lvl6pPr>
      <a:lvl7pPr marL="2743131" algn="l" defTabSz="457189" rtl="0" eaLnBrk="1" latinLnBrk="0" hangingPunct="1">
        <a:defRPr sz="1867" kern="1200">
          <a:solidFill>
            <a:schemeClr val="tx1"/>
          </a:solidFill>
          <a:latin typeface="+mn-lt"/>
          <a:ea typeface="+mn-ea"/>
          <a:cs typeface="+mn-cs"/>
        </a:defRPr>
      </a:lvl7pPr>
      <a:lvl8pPr marL="3200320" algn="l" defTabSz="457189" rtl="0" eaLnBrk="1" latinLnBrk="0" hangingPunct="1">
        <a:defRPr sz="1867" kern="1200">
          <a:solidFill>
            <a:schemeClr val="tx1"/>
          </a:solidFill>
          <a:latin typeface="+mn-lt"/>
          <a:ea typeface="+mn-ea"/>
          <a:cs typeface="+mn-cs"/>
        </a:defRPr>
      </a:lvl8pPr>
      <a:lvl9pPr marL="3657509" algn="l" defTabSz="457189" rtl="0" eaLnBrk="1" latinLnBrk="0" hangingPunct="1">
        <a:defRPr sz="186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ITIL" TargetMode="External"/><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sz="quarter" idx="18"/>
          </p:nvPr>
        </p:nvPicPr>
        <p:blipFill>
          <a:blip r:embed="rId2">
            <a:extLst>
              <a:ext uri="{28A0092B-C50C-407E-A947-70E740481C1C}">
                <a14:useLocalDpi xmlns:a14="http://schemas.microsoft.com/office/drawing/2010/main" val="0"/>
              </a:ext>
            </a:extLst>
          </a:blip>
          <a:srcRect t="5000" b="5000"/>
          <a:stretch>
            <a:fillRect/>
          </a:stretch>
        </p:blipFill>
        <p:spPr/>
      </p:pic>
      <p:sp>
        <p:nvSpPr>
          <p:cNvPr id="3" name="Text Placeholder 2"/>
          <p:cNvSpPr>
            <a:spLocks noGrp="1"/>
          </p:cNvSpPr>
          <p:nvPr>
            <p:ph type="body" sz="quarter" idx="15"/>
          </p:nvPr>
        </p:nvSpPr>
        <p:spPr>
          <a:xfrm>
            <a:off x="842433" y="2075577"/>
            <a:ext cx="9213851" cy="742319"/>
          </a:xfrm>
        </p:spPr>
        <p:txBody>
          <a:bodyPr/>
          <a:lstStyle/>
          <a:p>
            <a:r>
              <a:rPr lang="en-US" dirty="0" smtClean="0">
                <a:solidFill>
                  <a:schemeClr val="accent3"/>
                </a:solidFill>
              </a:rPr>
              <a:t>ITIL FOUNDATION</a:t>
            </a:r>
            <a:endParaRPr lang="en-US" dirty="0">
              <a:solidFill>
                <a:schemeClr val="accent3"/>
              </a:solidFill>
            </a:endParaRPr>
          </a:p>
        </p:txBody>
      </p:sp>
      <p:sp>
        <p:nvSpPr>
          <p:cNvPr id="4" name="Text Placeholder 3"/>
          <p:cNvSpPr>
            <a:spLocks noGrp="1"/>
          </p:cNvSpPr>
          <p:nvPr>
            <p:ph type="body" sz="quarter" idx="16"/>
          </p:nvPr>
        </p:nvSpPr>
        <p:spPr/>
        <p:txBody>
          <a:bodyPr/>
          <a:lstStyle/>
          <a:p>
            <a:r>
              <a:rPr lang="en-US" dirty="0" smtClean="0">
                <a:solidFill>
                  <a:schemeClr val="accent6"/>
                </a:solidFill>
              </a:rPr>
              <a:t>FOR APP SCHOOL </a:t>
            </a:r>
            <a:endParaRPr lang="en-US" dirty="0">
              <a:solidFill>
                <a:schemeClr val="accent6"/>
              </a:solidFill>
            </a:endParaRPr>
          </a:p>
        </p:txBody>
      </p:sp>
      <p:sp>
        <p:nvSpPr>
          <p:cNvPr id="5" name="Text Placeholder 4"/>
          <p:cNvSpPr>
            <a:spLocks noGrp="1"/>
          </p:cNvSpPr>
          <p:nvPr>
            <p:ph type="body" sz="quarter" idx="17"/>
          </p:nvPr>
        </p:nvSpPr>
        <p:spPr/>
        <p:txBody>
          <a:bodyPr>
            <a:normAutofit/>
          </a:bodyPr>
          <a:lstStyle/>
          <a:p>
            <a:r>
              <a:rPr lang="en-US" b="1" dirty="0" smtClean="0">
                <a:latin typeface="Trebuchet MS"/>
                <a:cs typeface="Trebuchet MS"/>
              </a:rPr>
              <a:t>OCT, 2020</a:t>
            </a:r>
            <a:endParaRPr lang="en-US" b="1" dirty="0">
              <a:latin typeface="Trebuchet MS"/>
              <a:cs typeface="Trebuchet MS"/>
            </a:endParaRPr>
          </a:p>
        </p:txBody>
      </p:sp>
      <p:pic>
        <p:nvPicPr>
          <p:cNvPr id="18" name="Picture Placeholder 17" descr="logo_cover_5.png"/>
          <p:cNvPicPr>
            <a:picLocks noGrp="1" noChangeAspect="1"/>
          </p:cNvPicPr>
          <p:nvPr>
            <p:ph type="pic" sz="quarter" idx="19"/>
          </p:nvPr>
        </p:nvPicPr>
        <p:blipFill>
          <a:blip r:embed="rId3" cstate="screen">
            <a:extLst>
              <a:ext uri="{28A0092B-C50C-407E-A947-70E740481C1C}">
                <a14:useLocalDpi xmlns:a14="http://schemas.microsoft.com/office/drawing/2010/main"/>
              </a:ext>
            </a:extLst>
          </a:blip>
          <a:srcRect t="3538" b="3538"/>
          <a:stretch>
            <a:fillRect/>
          </a:stretch>
        </p:blipFill>
        <p:spPr/>
      </p:pic>
    </p:spTree>
    <p:extLst>
      <p:ext uri="{BB962C8B-B14F-4D97-AF65-F5344CB8AC3E}">
        <p14:creationId xmlns:p14="http://schemas.microsoft.com/office/powerpoint/2010/main" val="15426691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p:txBody>
          <a:bodyPr>
            <a:normAutofit/>
          </a:bodyPr>
          <a:lstStyle/>
          <a:p>
            <a:r>
              <a:rPr lang="en-US" dirty="0" smtClean="0"/>
              <a:t>ITIL BASIC DESCRIPTION</a:t>
            </a:r>
            <a:endParaRPr lang="en-US" dirty="0"/>
          </a:p>
        </p:txBody>
      </p:sp>
      <p:sp>
        <p:nvSpPr>
          <p:cNvPr id="8" name="Content Placeholder 7"/>
          <p:cNvSpPr>
            <a:spLocks noGrp="1"/>
          </p:cNvSpPr>
          <p:nvPr>
            <p:ph idx="1"/>
          </p:nvPr>
        </p:nvSpPr>
        <p:spPr>
          <a:xfrm>
            <a:off x="469964" y="1164609"/>
            <a:ext cx="11119104" cy="5031475"/>
          </a:xfrm>
        </p:spPr>
        <p:txBody>
          <a:bodyPr>
            <a:normAutofit/>
          </a:bodyPr>
          <a:lstStyle/>
          <a:p>
            <a:pPr algn="just"/>
            <a:r>
              <a:rPr lang="en-US" sz="1600" dirty="0">
                <a:latin typeface="Verdana" panose="020B0604030504040204" pitchFamily="34" charset="0"/>
                <a:ea typeface="Verdana" panose="020B0604030504040204" pitchFamily="34" charset="0"/>
                <a:cs typeface="Verdana" panose="020B0604030504040204" pitchFamily="34" charset="0"/>
              </a:rPr>
              <a:t>The </a:t>
            </a:r>
            <a:r>
              <a:rPr lang="en-US" sz="1600" b="1" dirty="0">
                <a:solidFill>
                  <a:schemeClr val="accent5"/>
                </a:solidFill>
                <a:latin typeface="Verdana" panose="020B0604030504040204" pitchFamily="34" charset="0"/>
                <a:ea typeface="Verdana" panose="020B0604030504040204" pitchFamily="34" charset="0"/>
                <a:cs typeface="Verdana" panose="020B0604030504040204" pitchFamily="34" charset="0"/>
              </a:rPr>
              <a:t>Information Technology Infrastructure Library</a:t>
            </a:r>
            <a:r>
              <a:rPr lang="en-US" sz="1600" dirty="0">
                <a:latin typeface="Verdana" panose="020B0604030504040204" pitchFamily="34" charset="0"/>
                <a:ea typeface="Verdana" panose="020B0604030504040204" pitchFamily="34" charset="0"/>
                <a:cs typeface="Verdana" panose="020B0604030504040204" pitchFamily="34" charset="0"/>
              </a:rPr>
              <a:t> (ITIL) is a set of practices for IT service management (ITSM) that focuses on aligning IT services with the needs of business. In its current form (known as ITILv3 and ITIL 2011 edition), ITIL is published in a series of five core publications, each of which covers an ITSM lifecycle stage.</a:t>
            </a:r>
          </a:p>
          <a:p>
            <a:pPr algn="just"/>
            <a:r>
              <a:rPr lang="en-US" sz="1600" dirty="0">
                <a:latin typeface="Verdana" panose="020B0604030504040204" pitchFamily="34" charset="0"/>
                <a:ea typeface="Verdana" panose="020B0604030504040204" pitchFamily="34" charset="0"/>
                <a:cs typeface="Verdana" panose="020B0604030504040204" pitchFamily="34" charset="0"/>
              </a:rPr>
              <a:t/>
            </a:r>
            <a:br>
              <a:rPr lang="en-US" sz="1600" dirty="0">
                <a:latin typeface="Verdana" panose="020B0604030504040204" pitchFamily="34" charset="0"/>
                <a:ea typeface="Verdana" panose="020B0604030504040204" pitchFamily="34" charset="0"/>
                <a:cs typeface="Verdana" panose="020B0604030504040204" pitchFamily="34" charset="0"/>
              </a:rPr>
            </a:br>
            <a:r>
              <a:rPr lang="en-US" sz="1600" dirty="0">
                <a:latin typeface="Verdana" panose="020B0604030504040204" pitchFamily="34" charset="0"/>
                <a:ea typeface="Verdana" panose="020B0604030504040204" pitchFamily="34" charset="0"/>
                <a:cs typeface="Verdana" panose="020B0604030504040204" pitchFamily="34" charset="0"/>
              </a:rPr>
              <a:t>ITIL </a:t>
            </a:r>
            <a:r>
              <a:rPr lang="en-US" sz="1600" dirty="0">
                <a:latin typeface="Verdana" panose="020B0604030504040204" pitchFamily="34" charset="0"/>
                <a:ea typeface="Verdana" panose="020B0604030504040204" pitchFamily="34" charset="0"/>
                <a:cs typeface="Verdana" panose="020B0604030504040204" pitchFamily="34" charset="0"/>
              </a:rPr>
              <a:t>describes procedures, tasks and checklists that are not organization-specific, used by an organization for establishing a minimum level of competency. It allows the organization to establish a baseline from which it can plan, implement, and measure. It is used to demonstrate compliance and to measure improvement</a:t>
            </a:r>
            <a:r>
              <a:rPr lang="en-US" sz="1600" dirty="0">
                <a:latin typeface="Verdana" panose="020B0604030504040204" pitchFamily="34" charset="0"/>
                <a:ea typeface="Verdana" panose="020B0604030504040204" pitchFamily="34" charset="0"/>
                <a:cs typeface="Verdana" panose="020B0604030504040204" pitchFamily="34" charset="0"/>
              </a:rPr>
              <a:t>.</a:t>
            </a:r>
            <a:br>
              <a:rPr lang="en-US" sz="1600" dirty="0">
                <a:latin typeface="Verdana" panose="020B0604030504040204" pitchFamily="34" charset="0"/>
                <a:ea typeface="Verdana" panose="020B0604030504040204" pitchFamily="34" charset="0"/>
                <a:cs typeface="Verdana" panose="020B0604030504040204" pitchFamily="34" charset="0"/>
              </a:rPr>
            </a:br>
            <a:endParaRPr lang="en-US" sz="1600" dirty="0">
              <a:latin typeface="Verdana" panose="020B0604030504040204" pitchFamily="34" charset="0"/>
              <a:ea typeface="Verdana" panose="020B0604030504040204" pitchFamily="34" charset="0"/>
              <a:cs typeface="Verdana" panose="020B0604030504040204" pitchFamily="34" charset="0"/>
            </a:endParaRPr>
          </a:p>
          <a:p>
            <a:pPr algn="just"/>
            <a:r>
              <a:rPr lang="en-US" sz="1600" b="1" dirty="0">
                <a:solidFill>
                  <a:schemeClr val="accent5"/>
                </a:solidFill>
                <a:latin typeface="Verdana" panose="020B0604030504040204" pitchFamily="34" charset="0"/>
                <a:ea typeface="Verdana" panose="020B0604030504040204" pitchFamily="34" charset="0"/>
                <a:cs typeface="Verdana" panose="020B0604030504040204" pitchFamily="34" charset="0"/>
              </a:rPr>
              <a:t>Service Provision </a:t>
            </a:r>
            <a:r>
              <a:rPr lang="en-US" sz="1600" dirty="0">
                <a:latin typeface="Verdana" panose="020B0604030504040204" pitchFamily="34" charset="0"/>
                <a:ea typeface="Verdana" panose="020B0604030504040204" pitchFamily="34" charset="0"/>
                <a:cs typeface="Verdana" panose="020B0604030504040204" pitchFamily="34" charset="0"/>
              </a:rPr>
              <a:t>is a basis of the ITIL. It comprises the advanced experience acquired during the years of service provision, clear and stable quality of services, collection and usage of the shared knowledge, </a:t>
            </a:r>
            <a:r>
              <a:rPr lang="en-US" sz="1600" dirty="0">
                <a:latin typeface="Verdana" panose="020B0604030504040204" pitchFamily="34" charset="0"/>
                <a:ea typeface="Verdana" panose="020B0604030504040204" pitchFamily="34" charset="0"/>
                <a:cs typeface="Verdana" panose="020B0604030504040204" pitchFamily="34" charset="0"/>
              </a:rPr>
              <a:t>continuous </a:t>
            </a:r>
            <a:r>
              <a:rPr lang="en-US" sz="1600" dirty="0">
                <a:latin typeface="Verdana" panose="020B0604030504040204" pitchFamily="34" charset="0"/>
                <a:ea typeface="Verdana" panose="020B0604030504040204" pitchFamily="34" charset="0"/>
                <a:cs typeface="Verdana" panose="020B0604030504040204" pitchFamily="34" charset="0"/>
              </a:rPr>
              <a:t>service </a:t>
            </a:r>
            <a:r>
              <a:rPr lang="en-US" sz="1600" dirty="0">
                <a:latin typeface="Verdana" panose="020B0604030504040204" pitchFamily="34" charset="0"/>
                <a:ea typeface="Verdana" panose="020B0604030504040204" pitchFamily="34" charset="0"/>
                <a:cs typeface="Verdana" panose="020B0604030504040204" pitchFamily="34" charset="0"/>
              </a:rPr>
              <a:t>improvement</a:t>
            </a:r>
            <a:r>
              <a:rPr lang="en-US" sz="1600" dirty="0">
                <a:latin typeface="Verdana" panose="020B0604030504040204" pitchFamily="34" charset="0"/>
                <a:ea typeface="Verdana" panose="020B0604030504040204" pitchFamily="34" charset="0"/>
                <a:cs typeface="Verdana" panose="020B0604030504040204" pitchFamily="34" charset="0"/>
              </a:rPr>
              <a:t>.</a:t>
            </a:r>
            <a:r>
              <a:rPr lang="en-US" dirty="0" smtClean="0">
                <a:latin typeface="Trebuchet MS"/>
                <a:cs typeface="Trebuchet MS"/>
              </a:rPr>
              <a:t>	</a:t>
            </a:r>
          </a:p>
          <a:p>
            <a:pPr algn="just"/>
            <a:endParaRPr lang="en-US" dirty="0">
              <a:latin typeface="Trebuchet MS"/>
              <a:cs typeface="Trebuchet MS"/>
            </a:endParaRPr>
          </a:p>
          <a:p>
            <a:pPr algn="just"/>
            <a:endParaRPr lang="en-US" sz="1400" i="1" dirty="0">
              <a:latin typeface="Trebuchet MS"/>
              <a:cs typeface="Trebuchet MS"/>
            </a:endParaRPr>
          </a:p>
          <a:p>
            <a:pPr algn="just"/>
            <a:r>
              <a:rPr lang="en-US" sz="1400" i="1" dirty="0">
                <a:latin typeface="Trebuchet MS"/>
                <a:cs typeface="Trebuchet MS"/>
              </a:rPr>
              <a:t>Source: </a:t>
            </a:r>
            <a:r>
              <a:rPr lang="en-US" sz="1400" i="1" dirty="0">
                <a:latin typeface="Trebuchet MS"/>
                <a:cs typeface="Trebuchet MS"/>
                <a:hlinkClick r:id="rId3"/>
              </a:rPr>
              <a:t>Wikipedia</a:t>
            </a:r>
            <a:endParaRPr lang="en-US" sz="1400" i="1" dirty="0">
              <a:latin typeface="Trebuchet MS"/>
              <a:cs typeface="Trebuchet MS"/>
            </a:endParaRPr>
          </a:p>
        </p:txBody>
      </p:sp>
      <p:sp>
        <p:nvSpPr>
          <p:cNvPr id="2" name="TextBox 1"/>
          <p:cNvSpPr txBox="1"/>
          <p:nvPr/>
        </p:nvSpPr>
        <p:spPr>
          <a:xfrm>
            <a:off x="-2237619" y="229811"/>
            <a:ext cx="184731" cy="437107"/>
          </a:xfrm>
          <a:prstGeom prst="rect">
            <a:avLst/>
          </a:prstGeom>
          <a:noFill/>
        </p:spPr>
        <p:txBody>
          <a:bodyPr wrap="none" lIns="91440" tIns="45720" rIns="91440" bIns="45720" rtlCol="0">
            <a:spAutoFit/>
          </a:bodyPr>
          <a:lstStyle/>
          <a:p>
            <a:pPr defTabSz="457189">
              <a:lnSpc>
                <a:spcPct val="120000"/>
              </a:lnSpc>
            </a:pPr>
            <a:endParaRPr lang="en-US" sz="1867" dirty="0" err="1">
              <a:solidFill>
                <a:srgbClr val="444444"/>
              </a:solidFill>
              <a:latin typeface="Trebuchet MS"/>
              <a:cs typeface="Trebuchet MS"/>
            </a:endParaRPr>
          </a:p>
        </p:txBody>
      </p:sp>
    </p:spTree>
    <p:extLst>
      <p:ext uri="{BB962C8B-B14F-4D97-AF65-F5344CB8AC3E}">
        <p14:creationId xmlns:p14="http://schemas.microsoft.com/office/powerpoint/2010/main" val="32177821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40840" y="1737817"/>
            <a:ext cx="11110320" cy="3894161"/>
          </a:xfrm>
        </p:spPr>
        <p:txBody>
          <a:bodyPr>
            <a:noAutofit/>
          </a:bodyPr>
          <a:lstStyle/>
          <a:p>
            <a:r>
              <a:rPr lang="en-US" b="1" dirty="0">
                <a:solidFill>
                  <a:schemeClr val="accent5"/>
                </a:solidFill>
              </a:rPr>
              <a:t>ITIL Service Strategy</a:t>
            </a:r>
            <a:r>
              <a:rPr lang="en-US" dirty="0"/>
              <a:t>: </a:t>
            </a:r>
            <a:r>
              <a:rPr lang="en-US" i="1" dirty="0"/>
              <a:t>understands organizational objectives and customer needs</a:t>
            </a:r>
            <a:r>
              <a:rPr lang="en-US" i="1" dirty="0" smtClean="0"/>
              <a:t>.</a:t>
            </a:r>
            <a:endParaRPr lang="en-US" dirty="0"/>
          </a:p>
          <a:p>
            <a:r>
              <a:rPr lang="en-US" b="1" dirty="0">
                <a:solidFill>
                  <a:schemeClr val="accent5"/>
                </a:solidFill>
              </a:rPr>
              <a:t>ITIL Service Design</a:t>
            </a:r>
            <a:r>
              <a:rPr lang="en-US" dirty="0"/>
              <a:t>: </a:t>
            </a:r>
            <a:r>
              <a:rPr lang="en-US" i="1" dirty="0"/>
              <a:t>turns the service strategy into a plan for delivering the business objectives</a:t>
            </a:r>
            <a:r>
              <a:rPr lang="en-US" i="1" dirty="0" smtClean="0"/>
              <a:t>.</a:t>
            </a:r>
            <a:endParaRPr lang="en-US" dirty="0"/>
          </a:p>
          <a:p>
            <a:r>
              <a:rPr lang="en-US" b="1" dirty="0">
                <a:solidFill>
                  <a:schemeClr val="accent5"/>
                </a:solidFill>
              </a:rPr>
              <a:t>ITIL Service Transition</a:t>
            </a:r>
            <a:r>
              <a:rPr lang="en-US" dirty="0"/>
              <a:t>: </a:t>
            </a:r>
            <a:r>
              <a:rPr lang="en-US" i="1" dirty="0"/>
              <a:t>develops and improves capabilities for introducing new services into supported environments</a:t>
            </a:r>
            <a:r>
              <a:rPr lang="en-US" i="1" dirty="0" smtClean="0"/>
              <a:t>.</a:t>
            </a:r>
            <a:endParaRPr lang="en-US" dirty="0"/>
          </a:p>
          <a:p>
            <a:r>
              <a:rPr lang="en-US" b="1" dirty="0">
                <a:solidFill>
                  <a:schemeClr val="accent5"/>
                </a:solidFill>
              </a:rPr>
              <a:t>ITIL Service Operation</a:t>
            </a:r>
            <a:r>
              <a:rPr lang="en-US" dirty="0"/>
              <a:t>: </a:t>
            </a:r>
            <a:r>
              <a:rPr lang="en-US" i="1" dirty="0"/>
              <a:t>manages services in supported </a:t>
            </a:r>
            <a:r>
              <a:rPr lang="en-US" i="1" dirty="0" smtClean="0"/>
              <a:t>environments</a:t>
            </a:r>
            <a:r>
              <a:rPr lang="en-US" i="1" dirty="0"/>
              <a:t>.</a:t>
            </a:r>
            <a:endParaRPr lang="en-US" dirty="0"/>
          </a:p>
          <a:p>
            <a:r>
              <a:rPr lang="en-US" b="1" dirty="0">
                <a:solidFill>
                  <a:schemeClr val="accent5"/>
                </a:solidFill>
              </a:rPr>
              <a:t>ITIL Continual Service Improvement</a:t>
            </a:r>
            <a:r>
              <a:rPr lang="en-US" dirty="0"/>
              <a:t>: </a:t>
            </a:r>
            <a:r>
              <a:rPr lang="en-US" i="1" dirty="0"/>
              <a:t>achieves services incremental and large-scale improvements</a:t>
            </a:r>
            <a:r>
              <a:rPr lang="en-US" i="1" dirty="0" smtClean="0"/>
              <a:t>.</a:t>
            </a:r>
            <a:endParaRPr lang="en-US" dirty="0"/>
          </a:p>
        </p:txBody>
      </p:sp>
      <p:sp>
        <p:nvSpPr>
          <p:cNvPr id="3" name="Text Placeholder 2"/>
          <p:cNvSpPr>
            <a:spLocks noGrp="1"/>
          </p:cNvSpPr>
          <p:nvPr>
            <p:ph type="body" sz="quarter" idx="10"/>
          </p:nvPr>
        </p:nvSpPr>
        <p:spPr/>
        <p:txBody>
          <a:bodyPr/>
          <a:lstStyle/>
          <a:p>
            <a:r>
              <a:rPr lang="en-US" dirty="0" smtClean="0"/>
              <a:t>ITIL PROCESSES</a:t>
            </a:r>
            <a:endParaRPr lang="en-US" dirty="0"/>
          </a:p>
        </p:txBody>
      </p:sp>
    </p:spTree>
    <p:extLst>
      <p:ext uri="{BB962C8B-B14F-4D97-AF65-F5344CB8AC3E}">
        <p14:creationId xmlns:p14="http://schemas.microsoft.com/office/powerpoint/2010/main" val="3640204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ircle(in)">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circle(in)">
                                      <p:cBhvr>
                                        <p:cTn id="12" dur="20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circle(in)">
                                      <p:cBhvr>
                                        <p:cTn id="17" dur="20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circle(in)">
                                      <p:cBhvr>
                                        <p:cTn id="22" dur="20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circle(in)">
                                      <p:cBhvr>
                                        <p:cTn id="27" dur="20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regent_street.jpg"/>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l="62" r="62"/>
          <a:stretch>
            <a:fillRect/>
          </a:stretch>
        </p:blipFill>
        <p:spPr/>
      </p:pic>
      <p:sp>
        <p:nvSpPr>
          <p:cNvPr id="6" name="Text Placeholder 5"/>
          <p:cNvSpPr>
            <a:spLocks noGrp="1"/>
          </p:cNvSpPr>
          <p:nvPr>
            <p:ph type="body" sz="quarter" idx="14"/>
          </p:nvPr>
        </p:nvSpPr>
        <p:spPr>
          <a:xfrm>
            <a:off x="1155504" y="3276170"/>
            <a:ext cx="2817374" cy="356572"/>
          </a:xfrm>
        </p:spPr>
        <p:txBody>
          <a:bodyPr/>
          <a:lstStyle/>
          <a:p>
            <a:r>
              <a:rPr lang="en-US" dirty="0" smtClean="0"/>
              <a:t>SERVICE STRATEGY</a:t>
            </a:r>
            <a:endParaRPr lang="en-US" dirty="0"/>
          </a:p>
        </p:txBody>
      </p:sp>
    </p:spTree>
    <p:extLst>
      <p:ext uri="{BB962C8B-B14F-4D97-AF65-F5344CB8AC3E}">
        <p14:creationId xmlns:p14="http://schemas.microsoft.com/office/powerpoint/2010/main" val="6233863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en-US" dirty="0" smtClean="0"/>
              <a:t>SERVICE STRATEGY</a:t>
            </a:r>
            <a:endParaRPr lang="en-US" dirty="0"/>
          </a:p>
        </p:txBody>
      </p:sp>
      <p:sp>
        <p:nvSpPr>
          <p:cNvPr id="8" name="Text Placeholder 7"/>
          <p:cNvSpPr>
            <a:spLocks noGrp="1"/>
          </p:cNvSpPr>
          <p:nvPr>
            <p:ph type="body" sz="quarter" idx="17"/>
          </p:nvPr>
        </p:nvSpPr>
        <p:spPr/>
        <p:txBody>
          <a:bodyPr/>
          <a:lstStyle/>
          <a:p>
            <a:pPr algn="ctr"/>
            <a:r>
              <a:rPr lang="en-US" dirty="0" smtClean="0"/>
              <a:t>OBJECTIVES</a:t>
            </a:r>
            <a:endParaRPr lang="en-US" dirty="0"/>
          </a:p>
        </p:txBody>
      </p:sp>
      <p:sp>
        <p:nvSpPr>
          <p:cNvPr id="9" name="Text Placeholder 8"/>
          <p:cNvSpPr>
            <a:spLocks noGrp="1"/>
          </p:cNvSpPr>
          <p:nvPr>
            <p:ph type="body" sz="quarter" idx="18"/>
          </p:nvPr>
        </p:nvSpPr>
        <p:spPr>
          <a:xfrm>
            <a:off x="3926417" y="1000837"/>
            <a:ext cx="7741920" cy="1719617"/>
          </a:xfrm>
        </p:spPr>
        <p:txBody>
          <a:bodyPr/>
          <a:lstStyle/>
          <a:p>
            <a:pPr algn="just">
              <a:lnSpc>
                <a:spcPct val="100000"/>
              </a:lnSpc>
            </a:pPr>
            <a:r>
              <a:rPr lang="en-US" sz="1400" dirty="0"/>
              <a:t>Design, develop and implement </a:t>
            </a:r>
            <a:r>
              <a:rPr lang="en-US" sz="1400" b="1" dirty="0">
                <a:solidFill>
                  <a:schemeClr val="accent5"/>
                </a:solidFill>
              </a:rPr>
              <a:t>service management as a strategic asset</a:t>
            </a:r>
            <a:r>
              <a:rPr lang="en-US" sz="1400" dirty="0"/>
              <a:t> and assisting </a:t>
            </a:r>
            <a:r>
              <a:rPr lang="en-US" sz="1400" dirty="0"/>
              <a:t>growth of </a:t>
            </a:r>
            <a:r>
              <a:rPr lang="en-US" sz="1400" dirty="0"/>
              <a:t>the organization.</a:t>
            </a:r>
          </a:p>
          <a:p>
            <a:pPr algn="just">
              <a:lnSpc>
                <a:spcPct val="100000"/>
              </a:lnSpc>
            </a:pPr>
            <a:r>
              <a:rPr lang="en-US" sz="1400" dirty="0"/>
              <a:t>Develop </a:t>
            </a:r>
            <a:r>
              <a:rPr lang="en-US" sz="1400" dirty="0"/>
              <a:t>the IT organization’s </a:t>
            </a:r>
            <a:r>
              <a:rPr lang="en-US" sz="1400" b="1" dirty="0">
                <a:solidFill>
                  <a:schemeClr val="accent5"/>
                </a:solidFill>
              </a:rPr>
              <a:t>capability to manage the costs and risks</a:t>
            </a:r>
            <a:r>
              <a:rPr lang="en-US" sz="1400" dirty="0"/>
              <a:t> associated with </a:t>
            </a:r>
            <a:r>
              <a:rPr lang="en-US" sz="1400" dirty="0"/>
              <a:t>their service </a:t>
            </a:r>
            <a:r>
              <a:rPr lang="en-US" sz="1400" dirty="0"/>
              <a:t>portfolios.</a:t>
            </a:r>
          </a:p>
          <a:p>
            <a:pPr algn="just">
              <a:lnSpc>
                <a:spcPct val="100000"/>
              </a:lnSpc>
            </a:pPr>
            <a:r>
              <a:rPr lang="en-US" sz="1400" dirty="0"/>
              <a:t>Define </a:t>
            </a:r>
            <a:r>
              <a:rPr lang="en-US" sz="1400" dirty="0"/>
              <a:t>the </a:t>
            </a:r>
            <a:r>
              <a:rPr lang="en-US" sz="1400" b="1" dirty="0">
                <a:solidFill>
                  <a:schemeClr val="accent5"/>
                </a:solidFill>
              </a:rPr>
              <a:t>strategic objectives of the IT organization</a:t>
            </a:r>
            <a:r>
              <a:rPr lang="en-US" sz="1400" dirty="0"/>
              <a:t>.</a:t>
            </a:r>
          </a:p>
        </p:txBody>
      </p:sp>
      <p:sp>
        <p:nvSpPr>
          <p:cNvPr id="10" name="Text Placeholder 9"/>
          <p:cNvSpPr>
            <a:spLocks noGrp="1"/>
          </p:cNvSpPr>
          <p:nvPr>
            <p:ph type="body" sz="quarter" idx="19"/>
          </p:nvPr>
        </p:nvSpPr>
        <p:spPr/>
        <p:txBody>
          <a:bodyPr/>
          <a:lstStyle/>
          <a:p>
            <a:pPr algn="ctr"/>
            <a:r>
              <a:rPr lang="en-US" dirty="0" smtClean="0"/>
              <a:t>PROCESSES</a:t>
            </a:r>
            <a:endParaRPr lang="en-US" dirty="0"/>
          </a:p>
        </p:txBody>
      </p:sp>
      <p:sp>
        <p:nvSpPr>
          <p:cNvPr id="11" name="Text Placeholder 10"/>
          <p:cNvSpPr>
            <a:spLocks noGrp="1"/>
          </p:cNvSpPr>
          <p:nvPr>
            <p:ph type="body" sz="quarter" idx="20"/>
          </p:nvPr>
        </p:nvSpPr>
        <p:spPr>
          <a:xfrm>
            <a:off x="3926417" y="2920622"/>
            <a:ext cx="7741920" cy="1619533"/>
          </a:xfrm>
        </p:spPr>
        <p:txBody>
          <a:bodyPr/>
          <a:lstStyle/>
          <a:p>
            <a:r>
              <a:rPr lang="en-US" dirty="0" smtClean="0"/>
              <a:t>Service </a:t>
            </a:r>
            <a:r>
              <a:rPr lang="en-US" dirty="0"/>
              <a:t>Portfolio Management</a:t>
            </a:r>
          </a:p>
          <a:p>
            <a:r>
              <a:rPr lang="en-US" dirty="0" smtClean="0"/>
              <a:t>Financial Management for IT Services</a:t>
            </a:r>
            <a:endParaRPr lang="en-US" dirty="0"/>
          </a:p>
          <a:p>
            <a:r>
              <a:rPr lang="en-US" dirty="0" smtClean="0"/>
              <a:t>Demand Management</a:t>
            </a:r>
          </a:p>
          <a:p>
            <a:r>
              <a:rPr lang="en-US" dirty="0" smtClean="0"/>
              <a:t>Business Relationship Management</a:t>
            </a:r>
            <a:endParaRPr lang="en-US" dirty="0"/>
          </a:p>
        </p:txBody>
      </p:sp>
      <p:sp>
        <p:nvSpPr>
          <p:cNvPr id="12" name="Text Placeholder 11"/>
          <p:cNvSpPr>
            <a:spLocks noGrp="1"/>
          </p:cNvSpPr>
          <p:nvPr>
            <p:ph type="body" sz="quarter" idx="21"/>
          </p:nvPr>
        </p:nvSpPr>
        <p:spPr/>
        <p:txBody>
          <a:bodyPr/>
          <a:lstStyle/>
          <a:p>
            <a:pPr algn="ctr"/>
            <a:r>
              <a:rPr lang="en-US" dirty="0" smtClean="0"/>
              <a:t>BENEFITS DELIVERED</a:t>
            </a:r>
            <a:endParaRPr lang="en-US" dirty="0"/>
          </a:p>
        </p:txBody>
      </p:sp>
      <p:sp>
        <p:nvSpPr>
          <p:cNvPr id="13" name="Text Placeholder 12"/>
          <p:cNvSpPr>
            <a:spLocks noGrp="1"/>
          </p:cNvSpPr>
          <p:nvPr>
            <p:ph type="body" sz="quarter" idx="22"/>
          </p:nvPr>
        </p:nvSpPr>
        <p:spPr>
          <a:xfrm>
            <a:off x="3926417" y="4740324"/>
            <a:ext cx="7741920" cy="1646829"/>
          </a:xfrm>
        </p:spPr>
        <p:txBody>
          <a:bodyPr/>
          <a:lstStyle/>
          <a:p>
            <a:r>
              <a:rPr lang="en-US" sz="1467" dirty="0"/>
              <a:t>Enhanced </a:t>
            </a:r>
            <a:r>
              <a:rPr lang="en-US" sz="1467" b="1" dirty="0">
                <a:solidFill>
                  <a:schemeClr val="accent5"/>
                </a:solidFill>
              </a:rPr>
              <a:t>ability to predict the resources</a:t>
            </a:r>
            <a:r>
              <a:rPr lang="en-US" sz="1467" dirty="0"/>
              <a:t> required to fund IT;</a:t>
            </a:r>
          </a:p>
          <a:p>
            <a:r>
              <a:rPr lang="en-US" sz="1467" dirty="0"/>
              <a:t>Clearer </a:t>
            </a:r>
            <a:r>
              <a:rPr lang="en-US" sz="1467" b="1" dirty="0">
                <a:solidFill>
                  <a:schemeClr val="accent5"/>
                </a:solidFill>
              </a:rPr>
              <a:t>visibility of the costs</a:t>
            </a:r>
            <a:r>
              <a:rPr lang="en-US" sz="1467" dirty="0"/>
              <a:t> for providing IT Services;</a:t>
            </a:r>
          </a:p>
          <a:p>
            <a:r>
              <a:rPr lang="en-US" sz="1467" b="1" dirty="0">
                <a:solidFill>
                  <a:schemeClr val="accent5"/>
                </a:solidFill>
              </a:rPr>
              <a:t>Quality </a:t>
            </a:r>
            <a:r>
              <a:rPr lang="en-US" sz="1467" b="1" dirty="0">
                <a:solidFill>
                  <a:schemeClr val="accent5"/>
                </a:solidFill>
              </a:rPr>
              <a:t>information</a:t>
            </a:r>
            <a:r>
              <a:rPr lang="en-US" sz="1467" dirty="0"/>
              <a:t> to support investment decisions in IT;</a:t>
            </a:r>
          </a:p>
          <a:p>
            <a:r>
              <a:rPr lang="en-US" sz="1467" dirty="0"/>
              <a:t>Understanding </a:t>
            </a:r>
            <a:r>
              <a:rPr lang="en-US" sz="1467" dirty="0"/>
              <a:t>of </a:t>
            </a:r>
            <a:r>
              <a:rPr lang="en-US" sz="1467" b="1" dirty="0">
                <a:solidFill>
                  <a:schemeClr val="accent5"/>
                </a:solidFill>
              </a:rPr>
              <a:t>the use and demand for IT Services</a:t>
            </a:r>
            <a:r>
              <a:rPr lang="en-US" sz="1467" dirty="0"/>
              <a:t>, with the ability to influence positive </a:t>
            </a:r>
            <a:r>
              <a:rPr lang="en-US" sz="1467" dirty="0"/>
              <a:t>and cost-effective </a:t>
            </a:r>
            <a:r>
              <a:rPr lang="en-US" sz="1467" dirty="0"/>
              <a:t>use of IT.</a:t>
            </a:r>
          </a:p>
        </p:txBody>
      </p:sp>
    </p:spTree>
    <p:extLst>
      <p:ext uri="{BB962C8B-B14F-4D97-AF65-F5344CB8AC3E}">
        <p14:creationId xmlns:p14="http://schemas.microsoft.com/office/powerpoint/2010/main" val="1817780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 calcmode="lin" valueType="num">
                                      <p:cBhvr additive="base">
                                        <p:cTn id="1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 calcmode="lin" valueType="num">
                                      <p:cBhvr additive="base">
                                        <p:cTn id="19"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xEl>
                                              <p:pRg st="0" end="0"/>
                                            </p:txEl>
                                          </p:spTgt>
                                        </p:tgtEl>
                                        <p:attrNameLst>
                                          <p:attrName>style.visibility</p:attrName>
                                        </p:attrNameLst>
                                      </p:cBhvr>
                                      <p:to>
                                        <p:strVal val="visible"/>
                                      </p:to>
                                    </p:set>
                                    <p:anim calcmode="lin" valueType="num">
                                      <p:cBhvr additive="base">
                                        <p:cTn id="25"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xEl>
                                              <p:pRg st="1" end="1"/>
                                            </p:txEl>
                                          </p:spTgt>
                                        </p:tgtEl>
                                        <p:attrNameLst>
                                          <p:attrName>style.visibility</p:attrName>
                                        </p:attrNameLst>
                                      </p:cBhvr>
                                      <p:to>
                                        <p:strVal val="visible"/>
                                      </p:to>
                                    </p:set>
                                    <p:anim calcmode="lin" valueType="num">
                                      <p:cBhvr additive="base">
                                        <p:cTn id="31"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
                                            <p:txEl>
                                              <p:pRg st="2" end="2"/>
                                            </p:txEl>
                                          </p:spTgt>
                                        </p:tgtEl>
                                        <p:attrNameLst>
                                          <p:attrName>style.visibility</p:attrName>
                                        </p:attrNameLst>
                                      </p:cBhvr>
                                      <p:to>
                                        <p:strVal val="visible"/>
                                      </p:to>
                                    </p:set>
                                    <p:anim calcmode="lin" valueType="num">
                                      <p:cBhvr additive="base">
                                        <p:cTn id="37"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1">
                                            <p:txEl>
                                              <p:pRg st="3" end="3"/>
                                            </p:txEl>
                                          </p:spTgt>
                                        </p:tgtEl>
                                        <p:attrNameLst>
                                          <p:attrName>style.visibility</p:attrName>
                                        </p:attrNameLst>
                                      </p:cBhvr>
                                      <p:to>
                                        <p:strVal val="visible"/>
                                      </p:to>
                                    </p:set>
                                    <p:anim calcmode="lin" valueType="num">
                                      <p:cBhvr additive="base">
                                        <p:cTn id="43" dur="500" fill="hold"/>
                                        <p:tgtEl>
                                          <p:spTgt spid="11">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3">
                                            <p:txEl>
                                              <p:pRg st="0" end="0"/>
                                            </p:txEl>
                                          </p:spTgt>
                                        </p:tgtEl>
                                        <p:attrNameLst>
                                          <p:attrName>style.visibility</p:attrName>
                                        </p:attrNameLst>
                                      </p:cBhvr>
                                      <p:to>
                                        <p:strVal val="visible"/>
                                      </p:to>
                                    </p:set>
                                    <p:anim calcmode="lin" valueType="num">
                                      <p:cBhvr additive="base">
                                        <p:cTn id="49"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3">
                                            <p:txEl>
                                              <p:pRg st="1" end="1"/>
                                            </p:txEl>
                                          </p:spTgt>
                                        </p:tgtEl>
                                        <p:attrNameLst>
                                          <p:attrName>style.visibility</p:attrName>
                                        </p:attrNameLst>
                                      </p:cBhvr>
                                      <p:to>
                                        <p:strVal val="visible"/>
                                      </p:to>
                                    </p:set>
                                    <p:anim calcmode="lin" valueType="num">
                                      <p:cBhvr additive="base">
                                        <p:cTn id="55"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3">
                                            <p:txEl>
                                              <p:pRg st="2" end="2"/>
                                            </p:txEl>
                                          </p:spTgt>
                                        </p:tgtEl>
                                        <p:attrNameLst>
                                          <p:attrName>style.visibility</p:attrName>
                                        </p:attrNameLst>
                                      </p:cBhvr>
                                      <p:to>
                                        <p:strVal val="visible"/>
                                      </p:to>
                                    </p:set>
                                    <p:anim calcmode="lin" valueType="num">
                                      <p:cBhvr additive="base">
                                        <p:cTn id="61"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3">
                                            <p:txEl>
                                              <p:pRg st="3" end="3"/>
                                            </p:txEl>
                                          </p:spTgt>
                                        </p:tgtEl>
                                        <p:attrNameLst>
                                          <p:attrName>style.visibility</p:attrName>
                                        </p:attrNameLst>
                                      </p:cBhvr>
                                      <p:to>
                                        <p:strVal val="visible"/>
                                      </p:to>
                                    </p:set>
                                    <p:anim calcmode="lin" valueType="num">
                                      <p:cBhvr additive="base">
                                        <p:cTn id="67"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1" grpId="0" build="p"/>
      <p:bldP spid="1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regent_street.jpg"/>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l="62" r="62"/>
          <a:stretch>
            <a:fillRect/>
          </a:stretch>
        </p:blipFill>
        <p:spPr/>
      </p:pic>
      <p:sp>
        <p:nvSpPr>
          <p:cNvPr id="6" name="Text Placeholder 5"/>
          <p:cNvSpPr>
            <a:spLocks noGrp="1"/>
          </p:cNvSpPr>
          <p:nvPr>
            <p:ph type="body" sz="quarter" idx="14"/>
          </p:nvPr>
        </p:nvSpPr>
        <p:spPr>
          <a:xfrm>
            <a:off x="1155505" y="3276170"/>
            <a:ext cx="2407454" cy="356572"/>
          </a:xfrm>
        </p:spPr>
        <p:txBody>
          <a:bodyPr/>
          <a:lstStyle/>
          <a:p>
            <a:r>
              <a:rPr lang="en-US" dirty="0" smtClean="0"/>
              <a:t>SERVICE DESIGN</a:t>
            </a:r>
            <a:endParaRPr lang="en-US" dirty="0"/>
          </a:p>
        </p:txBody>
      </p:sp>
    </p:spTree>
    <p:extLst>
      <p:ext uri="{BB962C8B-B14F-4D97-AF65-F5344CB8AC3E}">
        <p14:creationId xmlns:p14="http://schemas.microsoft.com/office/powerpoint/2010/main" val="29809610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en-US" dirty="0" smtClean="0"/>
              <a:t>SERVICE DESIGN</a:t>
            </a:r>
            <a:endParaRPr lang="en-US" dirty="0"/>
          </a:p>
        </p:txBody>
      </p:sp>
      <p:sp>
        <p:nvSpPr>
          <p:cNvPr id="8" name="Text Placeholder 7"/>
          <p:cNvSpPr>
            <a:spLocks noGrp="1"/>
          </p:cNvSpPr>
          <p:nvPr>
            <p:ph type="body" sz="quarter" idx="17"/>
          </p:nvPr>
        </p:nvSpPr>
        <p:spPr/>
        <p:txBody>
          <a:bodyPr/>
          <a:lstStyle/>
          <a:p>
            <a:pPr algn="ctr"/>
            <a:r>
              <a:rPr lang="en-US" dirty="0" smtClean="0"/>
              <a:t>OBJECTIVES</a:t>
            </a:r>
            <a:endParaRPr lang="en-US" dirty="0"/>
          </a:p>
        </p:txBody>
      </p:sp>
      <p:sp>
        <p:nvSpPr>
          <p:cNvPr id="9" name="Text Placeholder 8"/>
          <p:cNvSpPr>
            <a:spLocks noGrp="1"/>
          </p:cNvSpPr>
          <p:nvPr>
            <p:ph type="body" sz="quarter" idx="18"/>
          </p:nvPr>
        </p:nvSpPr>
        <p:spPr>
          <a:xfrm>
            <a:off x="3926417" y="1000837"/>
            <a:ext cx="7741920" cy="1719617"/>
          </a:xfrm>
        </p:spPr>
        <p:txBody>
          <a:bodyPr/>
          <a:lstStyle/>
          <a:p>
            <a:r>
              <a:rPr lang="en-US" sz="1333" dirty="0"/>
              <a:t>To </a:t>
            </a:r>
            <a:r>
              <a:rPr lang="en-US" sz="1333" b="1" dirty="0">
                <a:solidFill>
                  <a:schemeClr val="accent5"/>
                </a:solidFill>
              </a:rPr>
              <a:t>convert the strategic objectives</a:t>
            </a:r>
            <a:r>
              <a:rPr lang="en-US" sz="1333" dirty="0"/>
              <a:t> defined during Service Strategy </a:t>
            </a:r>
            <a:r>
              <a:rPr lang="en-US" sz="1333" b="1" dirty="0">
                <a:solidFill>
                  <a:schemeClr val="accent5"/>
                </a:solidFill>
              </a:rPr>
              <a:t>into Services</a:t>
            </a:r>
            <a:r>
              <a:rPr lang="en-US" sz="1333" dirty="0"/>
              <a:t> and </a:t>
            </a:r>
            <a:r>
              <a:rPr lang="en-US" sz="1333" dirty="0"/>
              <a:t>Service Portfolios</a:t>
            </a:r>
            <a:r>
              <a:rPr lang="en-US" sz="1333" dirty="0"/>
              <a:t>.</a:t>
            </a:r>
          </a:p>
          <a:p>
            <a:r>
              <a:rPr lang="en-US" sz="1333" dirty="0"/>
              <a:t>To </a:t>
            </a:r>
            <a:r>
              <a:rPr lang="en-US" sz="1333" dirty="0"/>
              <a:t>use a holistic approach for design to </a:t>
            </a:r>
            <a:r>
              <a:rPr lang="en-US" sz="1333" b="1" dirty="0">
                <a:solidFill>
                  <a:schemeClr val="accent5"/>
                </a:solidFill>
              </a:rPr>
              <a:t>ensure integrated end-to-end business </a:t>
            </a:r>
            <a:r>
              <a:rPr lang="en-US" sz="1333" b="1" dirty="0">
                <a:solidFill>
                  <a:schemeClr val="accent5"/>
                </a:solidFill>
              </a:rPr>
              <a:t>related functionality</a:t>
            </a:r>
            <a:r>
              <a:rPr lang="en-US" sz="1333" dirty="0"/>
              <a:t> </a:t>
            </a:r>
            <a:r>
              <a:rPr lang="en-US" sz="1333" dirty="0"/>
              <a:t>and quality.</a:t>
            </a:r>
          </a:p>
          <a:p>
            <a:r>
              <a:rPr lang="en-US" sz="1333" dirty="0"/>
              <a:t>To </a:t>
            </a:r>
            <a:r>
              <a:rPr lang="en-US" sz="1333" b="1" dirty="0">
                <a:solidFill>
                  <a:schemeClr val="accent5"/>
                </a:solidFill>
              </a:rPr>
              <a:t>ensure consistent design standards and conventions are followed</a:t>
            </a:r>
            <a:r>
              <a:rPr lang="en-US" sz="1333" dirty="0"/>
              <a:t> in all services </a:t>
            </a:r>
            <a:r>
              <a:rPr lang="en-US" sz="1333" dirty="0"/>
              <a:t>and processes </a:t>
            </a:r>
            <a:r>
              <a:rPr lang="en-US" sz="1333" dirty="0"/>
              <a:t>being designed.</a:t>
            </a:r>
            <a:endParaRPr lang="en-US" sz="1067" dirty="0"/>
          </a:p>
        </p:txBody>
      </p:sp>
      <p:sp>
        <p:nvSpPr>
          <p:cNvPr id="10" name="Text Placeholder 9"/>
          <p:cNvSpPr>
            <a:spLocks noGrp="1"/>
          </p:cNvSpPr>
          <p:nvPr>
            <p:ph type="body" sz="quarter" idx="19"/>
          </p:nvPr>
        </p:nvSpPr>
        <p:spPr/>
        <p:txBody>
          <a:bodyPr/>
          <a:lstStyle/>
          <a:p>
            <a:pPr algn="ctr"/>
            <a:r>
              <a:rPr lang="en-US" dirty="0" smtClean="0"/>
              <a:t>PROCESSES</a:t>
            </a:r>
            <a:endParaRPr lang="en-US" dirty="0"/>
          </a:p>
        </p:txBody>
      </p:sp>
      <p:sp>
        <p:nvSpPr>
          <p:cNvPr id="11" name="Text Placeholder 10"/>
          <p:cNvSpPr>
            <a:spLocks noGrp="1"/>
          </p:cNvSpPr>
          <p:nvPr>
            <p:ph type="body" sz="quarter" idx="20"/>
          </p:nvPr>
        </p:nvSpPr>
        <p:spPr>
          <a:xfrm>
            <a:off x="3926417" y="2920622"/>
            <a:ext cx="7741920" cy="1619533"/>
          </a:xfrm>
        </p:spPr>
        <p:txBody>
          <a:bodyPr numCol="2"/>
          <a:lstStyle/>
          <a:p>
            <a:r>
              <a:rPr lang="en-US" sz="1400" dirty="0"/>
              <a:t>Service </a:t>
            </a:r>
            <a:r>
              <a:rPr lang="en-US" sz="1400" dirty="0"/>
              <a:t>Level Management (</a:t>
            </a:r>
            <a:r>
              <a:rPr lang="en-US" sz="1400" dirty="0"/>
              <a:t>Design)</a:t>
            </a:r>
          </a:p>
          <a:p>
            <a:r>
              <a:rPr lang="en-US" sz="1400" dirty="0"/>
              <a:t>Capacity Management</a:t>
            </a:r>
          </a:p>
          <a:p>
            <a:r>
              <a:rPr lang="en-US" sz="1400" dirty="0"/>
              <a:t>Availability Management</a:t>
            </a:r>
          </a:p>
          <a:p>
            <a:r>
              <a:rPr lang="en-US" sz="1400" dirty="0"/>
              <a:t>IT </a:t>
            </a:r>
            <a:r>
              <a:rPr lang="en-US" sz="1400" dirty="0"/>
              <a:t>Service Continuity </a:t>
            </a:r>
            <a:r>
              <a:rPr lang="en-US" sz="1400" dirty="0"/>
              <a:t>Management</a:t>
            </a:r>
          </a:p>
          <a:p>
            <a:r>
              <a:rPr lang="en-US" sz="1400" dirty="0"/>
              <a:t>Information </a:t>
            </a:r>
            <a:r>
              <a:rPr lang="en-US" sz="1400" dirty="0"/>
              <a:t>Security </a:t>
            </a:r>
            <a:r>
              <a:rPr lang="en-US" sz="1400" dirty="0"/>
              <a:t>Management</a:t>
            </a:r>
          </a:p>
          <a:p>
            <a:r>
              <a:rPr lang="en-US" sz="1400" dirty="0"/>
              <a:t>Supplier Management</a:t>
            </a:r>
          </a:p>
          <a:p>
            <a:r>
              <a:rPr lang="en-US" sz="1400" dirty="0"/>
              <a:t>Service </a:t>
            </a:r>
            <a:r>
              <a:rPr lang="en-US" sz="1400" dirty="0"/>
              <a:t>Catalogue Management</a:t>
            </a:r>
          </a:p>
        </p:txBody>
      </p:sp>
      <p:sp>
        <p:nvSpPr>
          <p:cNvPr id="12" name="Text Placeholder 11"/>
          <p:cNvSpPr>
            <a:spLocks noGrp="1"/>
          </p:cNvSpPr>
          <p:nvPr>
            <p:ph type="body" sz="quarter" idx="21"/>
          </p:nvPr>
        </p:nvSpPr>
        <p:spPr/>
        <p:txBody>
          <a:bodyPr/>
          <a:lstStyle/>
          <a:p>
            <a:pPr algn="ctr"/>
            <a:r>
              <a:rPr lang="en-US" dirty="0" smtClean="0"/>
              <a:t>MAJOR ASPECTS</a:t>
            </a:r>
            <a:endParaRPr lang="en-US" dirty="0"/>
          </a:p>
        </p:txBody>
      </p:sp>
      <p:sp>
        <p:nvSpPr>
          <p:cNvPr id="13" name="Text Placeholder 12"/>
          <p:cNvSpPr>
            <a:spLocks noGrp="1"/>
          </p:cNvSpPr>
          <p:nvPr>
            <p:ph type="body" sz="quarter" idx="22"/>
          </p:nvPr>
        </p:nvSpPr>
        <p:spPr>
          <a:xfrm>
            <a:off x="3926417" y="4676634"/>
            <a:ext cx="7741920" cy="1765109"/>
          </a:xfrm>
        </p:spPr>
        <p:txBody>
          <a:bodyPr/>
          <a:lstStyle/>
          <a:p>
            <a:pPr marL="0" indent="0">
              <a:spcAft>
                <a:spcPts val="0"/>
              </a:spcAft>
              <a:buNone/>
            </a:pPr>
            <a:r>
              <a:rPr lang="en-US" sz="1067" dirty="0"/>
              <a:t>1. </a:t>
            </a:r>
            <a:r>
              <a:rPr lang="en-US" sz="1067" b="1" dirty="0">
                <a:solidFill>
                  <a:schemeClr val="accent5"/>
                </a:solidFill>
              </a:rPr>
              <a:t>Service Portfolio</a:t>
            </a:r>
            <a:r>
              <a:rPr lang="en-US" sz="1067" b="1" dirty="0"/>
              <a:t>: </a:t>
            </a:r>
            <a:r>
              <a:rPr lang="en-US" sz="1067" dirty="0"/>
              <a:t>Service Management systems and tools, especially the </a:t>
            </a:r>
            <a:r>
              <a:rPr lang="en-US" sz="1067" dirty="0"/>
              <a:t>Service Portfolio </a:t>
            </a:r>
            <a:r>
              <a:rPr lang="en-US" sz="1067" dirty="0"/>
              <a:t>for the management and control of services through </a:t>
            </a:r>
            <a:r>
              <a:rPr lang="en-US" sz="1067" dirty="0"/>
              <a:t>their lifecycle</a:t>
            </a:r>
            <a:r>
              <a:rPr lang="en-US" sz="1067" dirty="0"/>
              <a:t>.</a:t>
            </a:r>
          </a:p>
          <a:p>
            <a:pPr marL="0" indent="0">
              <a:spcAft>
                <a:spcPts val="0"/>
              </a:spcAft>
              <a:buNone/>
            </a:pPr>
            <a:r>
              <a:rPr lang="en-US" sz="1067" dirty="0"/>
              <a:t>2. </a:t>
            </a:r>
            <a:r>
              <a:rPr lang="en-US" sz="1067" b="1" dirty="0">
                <a:solidFill>
                  <a:schemeClr val="accent5"/>
                </a:solidFill>
              </a:rPr>
              <a:t>Service Solutions</a:t>
            </a:r>
            <a:r>
              <a:rPr lang="en-US" sz="1067" b="1" dirty="0"/>
              <a:t>: </a:t>
            </a:r>
            <a:r>
              <a:rPr lang="en-US" sz="1067" dirty="0"/>
              <a:t>including all of the functional requirements, resources and </a:t>
            </a:r>
            <a:r>
              <a:rPr lang="en-US" sz="1067" dirty="0"/>
              <a:t>capabilities needed </a:t>
            </a:r>
            <a:r>
              <a:rPr lang="en-US" sz="1067" dirty="0"/>
              <a:t>and agreed.</a:t>
            </a:r>
          </a:p>
          <a:p>
            <a:pPr marL="0" indent="0">
              <a:spcAft>
                <a:spcPts val="0"/>
              </a:spcAft>
              <a:buNone/>
            </a:pPr>
            <a:r>
              <a:rPr lang="en-US" sz="1067" dirty="0"/>
              <a:t>3. </a:t>
            </a:r>
            <a:r>
              <a:rPr lang="en-US" sz="1067" b="1" dirty="0">
                <a:solidFill>
                  <a:schemeClr val="accent5"/>
                </a:solidFill>
              </a:rPr>
              <a:t>Technology architectures</a:t>
            </a:r>
            <a:r>
              <a:rPr lang="en-US" sz="1067" b="1" dirty="0"/>
              <a:t>: </a:t>
            </a:r>
            <a:r>
              <a:rPr lang="en-US" sz="1067" dirty="0"/>
              <a:t>Technology architectures and management architectures </a:t>
            </a:r>
            <a:r>
              <a:rPr lang="en-US" sz="1067" dirty="0"/>
              <a:t>and tools </a:t>
            </a:r>
            <a:r>
              <a:rPr lang="en-US" sz="1067" dirty="0"/>
              <a:t>required to provide the service.</a:t>
            </a:r>
          </a:p>
          <a:p>
            <a:pPr marL="0" indent="0">
              <a:spcAft>
                <a:spcPts val="0"/>
              </a:spcAft>
              <a:buNone/>
            </a:pPr>
            <a:r>
              <a:rPr lang="en-US" sz="1067" dirty="0"/>
              <a:t>4. </a:t>
            </a:r>
            <a:r>
              <a:rPr lang="en-US" sz="1067" b="1" dirty="0">
                <a:solidFill>
                  <a:schemeClr val="accent5"/>
                </a:solidFill>
              </a:rPr>
              <a:t>Processes</a:t>
            </a:r>
            <a:r>
              <a:rPr lang="en-US" sz="1067" b="1" dirty="0"/>
              <a:t>: </a:t>
            </a:r>
            <a:r>
              <a:rPr lang="en-US" sz="1067" dirty="0"/>
              <a:t>Processes needed to design, transition, operate and improve the service.</a:t>
            </a:r>
          </a:p>
          <a:p>
            <a:pPr marL="0" indent="0">
              <a:spcAft>
                <a:spcPts val="0"/>
              </a:spcAft>
              <a:buNone/>
            </a:pPr>
            <a:r>
              <a:rPr lang="en-US" sz="1067" dirty="0"/>
              <a:t>5. </a:t>
            </a:r>
            <a:r>
              <a:rPr lang="en-US" sz="1067" b="1" dirty="0">
                <a:solidFill>
                  <a:schemeClr val="accent5"/>
                </a:solidFill>
              </a:rPr>
              <a:t>Measurement systems</a:t>
            </a:r>
            <a:r>
              <a:rPr lang="en-US" sz="1067" b="1" dirty="0"/>
              <a:t>: </a:t>
            </a:r>
            <a:r>
              <a:rPr lang="en-US" sz="1067" dirty="0"/>
              <a:t>Measurement systems, methods and metrics for the services, </a:t>
            </a:r>
            <a:r>
              <a:rPr lang="en-US" sz="1067" dirty="0"/>
              <a:t>the architectures </a:t>
            </a:r>
            <a:r>
              <a:rPr lang="en-US" sz="1067" dirty="0"/>
              <a:t>and their constituent components and the processes.</a:t>
            </a:r>
            <a:endParaRPr lang="en-US" sz="933" dirty="0"/>
          </a:p>
        </p:txBody>
      </p:sp>
    </p:spTree>
    <p:extLst>
      <p:ext uri="{BB962C8B-B14F-4D97-AF65-F5344CB8AC3E}">
        <p14:creationId xmlns:p14="http://schemas.microsoft.com/office/powerpoint/2010/main" val="3433409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 calcmode="lin" valueType="num">
                                      <p:cBhvr additive="base">
                                        <p:cTn id="1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 calcmode="lin" valueType="num">
                                      <p:cBhvr additive="base">
                                        <p:cTn id="19"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xEl>
                                              <p:pRg st="0" end="0"/>
                                            </p:txEl>
                                          </p:spTgt>
                                        </p:tgtEl>
                                        <p:attrNameLst>
                                          <p:attrName>style.visibility</p:attrName>
                                        </p:attrNameLst>
                                      </p:cBhvr>
                                      <p:to>
                                        <p:strVal val="visible"/>
                                      </p:to>
                                    </p:set>
                                    <p:anim calcmode="lin" valueType="num">
                                      <p:cBhvr additive="base">
                                        <p:cTn id="25"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xEl>
                                              <p:pRg st="1" end="1"/>
                                            </p:txEl>
                                          </p:spTgt>
                                        </p:tgtEl>
                                        <p:attrNameLst>
                                          <p:attrName>style.visibility</p:attrName>
                                        </p:attrNameLst>
                                      </p:cBhvr>
                                      <p:to>
                                        <p:strVal val="visible"/>
                                      </p:to>
                                    </p:set>
                                    <p:anim calcmode="lin" valueType="num">
                                      <p:cBhvr additive="base">
                                        <p:cTn id="31"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
                                            <p:txEl>
                                              <p:pRg st="2" end="2"/>
                                            </p:txEl>
                                          </p:spTgt>
                                        </p:tgtEl>
                                        <p:attrNameLst>
                                          <p:attrName>style.visibility</p:attrName>
                                        </p:attrNameLst>
                                      </p:cBhvr>
                                      <p:to>
                                        <p:strVal val="visible"/>
                                      </p:to>
                                    </p:set>
                                    <p:anim calcmode="lin" valueType="num">
                                      <p:cBhvr additive="base">
                                        <p:cTn id="37"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1">
                                            <p:txEl>
                                              <p:pRg st="3" end="3"/>
                                            </p:txEl>
                                          </p:spTgt>
                                        </p:tgtEl>
                                        <p:attrNameLst>
                                          <p:attrName>style.visibility</p:attrName>
                                        </p:attrNameLst>
                                      </p:cBhvr>
                                      <p:to>
                                        <p:strVal val="visible"/>
                                      </p:to>
                                    </p:set>
                                    <p:anim calcmode="lin" valueType="num">
                                      <p:cBhvr additive="base">
                                        <p:cTn id="43" dur="500" fill="hold"/>
                                        <p:tgtEl>
                                          <p:spTgt spid="11">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1">
                                            <p:txEl>
                                              <p:pRg st="4" end="4"/>
                                            </p:txEl>
                                          </p:spTgt>
                                        </p:tgtEl>
                                        <p:attrNameLst>
                                          <p:attrName>style.visibility</p:attrName>
                                        </p:attrNameLst>
                                      </p:cBhvr>
                                      <p:to>
                                        <p:strVal val="visible"/>
                                      </p:to>
                                    </p:set>
                                    <p:anim calcmode="lin" valueType="num">
                                      <p:cBhvr additive="base">
                                        <p:cTn id="49" dur="500" fill="hold"/>
                                        <p:tgtEl>
                                          <p:spTgt spid="11">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1">
                                            <p:txEl>
                                              <p:pRg st="5" end="5"/>
                                            </p:txEl>
                                          </p:spTgt>
                                        </p:tgtEl>
                                        <p:attrNameLst>
                                          <p:attrName>style.visibility</p:attrName>
                                        </p:attrNameLst>
                                      </p:cBhvr>
                                      <p:to>
                                        <p:strVal val="visible"/>
                                      </p:to>
                                    </p:set>
                                    <p:anim calcmode="lin" valueType="num">
                                      <p:cBhvr additive="base">
                                        <p:cTn id="55" dur="500" fill="hold"/>
                                        <p:tgtEl>
                                          <p:spTgt spid="11">
                                            <p:txEl>
                                              <p:pRg st="5" end="5"/>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1">
                                            <p:txEl>
                                              <p:pRg st="6" end="6"/>
                                            </p:txEl>
                                          </p:spTgt>
                                        </p:tgtEl>
                                        <p:attrNameLst>
                                          <p:attrName>style.visibility</p:attrName>
                                        </p:attrNameLst>
                                      </p:cBhvr>
                                      <p:to>
                                        <p:strVal val="visible"/>
                                      </p:to>
                                    </p:set>
                                    <p:anim calcmode="lin" valueType="num">
                                      <p:cBhvr additive="base">
                                        <p:cTn id="61" dur="500" fill="hold"/>
                                        <p:tgtEl>
                                          <p:spTgt spid="11">
                                            <p:txEl>
                                              <p:pRg st="6" end="6"/>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3">
                                            <p:txEl>
                                              <p:pRg st="0" end="0"/>
                                            </p:txEl>
                                          </p:spTgt>
                                        </p:tgtEl>
                                        <p:attrNameLst>
                                          <p:attrName>style.visibility</p:attrName>
                                        </p:attrNameLst>
                                      </p:cBhvr>
                                      <p:to>
                                        <p:strVal val="visible"/>
                                      </p:to>
                                    </p:set>
                                    <p:anim calcmode="lin" valueType="num">
                                      <p:cBhvr additive="base">
                                        <p:cTn id="6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3">
                                            <p:txEl>
                                              <p:pRg st="1" end="1"/>
                                            </p:txEl>
                                          </p:spTgt>
                                        </p:tgtEl>
                                        <p:attrNameLst>
                                          <p:attrName>style.visibility</p:attrName>
                                        </p:attrNameLst>
                                      </p:cBhvr>
                                      <p:to>
                                        <p:strVal val="visible"/>
                                      </p:to>
                                    </p:set>
                                    <p:anim calcmode="lin" valueType="num">
                                      <p:cBhvr additive="base">
                                        <p:cTn id="7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3">
                                            <p:txEl>
                                              <p:pRg st="2" end="2"/>
                                            </p:txEl>
                                          </p:spTgt>
                                        </p:tgtEl>
                                        <p:attrNameLst>
                                          <p:attrName>style.visibility</p:attrName>
                                        </p:attrNameLst>
                                      </p:cBhvr>
                                      <p:to>
                                        <p:strVal val="visible"/>
                                      </p:to>
                                    </p:set>
                                    <p:anim calcmode="lin" valueType="num">
                                      <p:cBhvr additive="base">
                                        <p:cTn id="79"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13">
                                            <p:txEl>
                                              <p:pRg st="3" end="3"/>
                                            </p:txEl>
                                          </p:spTgt>
                                        </p:tgtEl>
                                        <p:attrNameLst>
                                          <p:attrName>style.visibility</p:attrName>
                                        </p:attrNameLst>
                                      </p:cBhvr>
                                      <p:to>
                                        <p:strVal val="visible"/>
                                      </p:to>
                                    </p:set>
                                    <p:anim calcmode="lin" valueType="num">
                                      <p:cBhvr additive="base">
                                        <p:cTn id="85"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13">
                                            <p:txEl>
                                              <p:pRg st="4" end="4"/>
                                            </p:txEl>
                                          </p:spTgt>
                                        </p:tgtEl>
                                        <p:attrNameLst>
                                          <p:attrName>style.visibility</p:attrName>
                                        </p:attrNameLst>
                                      </p:cBhvr>
                                      <p:to>
                                        <p:strVal val="visible"/>
                                      </p:to>
                                    </p:set>
                                    <p:anim calcmode="lin" valueType="num">
                                      <p:cBhvr additive="base">
                                        <p:cTn id="91"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1" grpId="0" build="p"/>
      <p:bldP spid="1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regent_street.jpg"/>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l="62" r="62"/>
          <a:stretch>
            <a:fillRect/>
          </a:stretch>
        </p:blipFill>
        <p:spPr/>
      </p:pic>
      <p:sp>
        <p:nvSpPr>
          <p:cNvPr id="6" name="Text Placeholder 5"/>
          <p:cNvSpPr>
            <a:spLocks noGrp="1"/>
          </p:cNvSpPr>
          <p:nvPr>
            <p:ph type="body" sz="quarter" idx="14"/>
          </p:nvPr>
        </p:nvSpPr>
        <p:spPr>
          <a:xfrm>
            <a:off x="1155505" y="3276170"/>
            <a:ext cx="3058273" cy="356572"/>
          </a:xfrm>
        </p:spPr>
        <p:txBody>
          <a:bodyPr/>
          <a:lstStyle/>
          <a:p>
            <a:r>
              <a:rPr lang="en-US" dirty="0" smtClean="0"/>
              <a:t>SERVICE TRANSITION</a:t>
            </a:r>
            <a:endParaRPr lang="en-US" dirty="0"/>
          </a:p>
        </p:txBody>
      </p:sp>
    </p:spTree>
    <p:extLst>
      <p:ext uri="{BB962C8B-B14F-4D97-AF65-F5344CB8AC3E}">
        <p14:creationId xmlns:p14="http://schemas.microsoft.com/office/powerpoint/2010/main" val="7825159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en-US" dirty="0" smtClean="0"/>
              <a:t>SERVICE TRANSITION</a:t>
            </a:r>
            <a:endParaRPr lang="en-US" dirty="0"/>
          </a:p>
        </p:txBody>
      </p:sp>
      <p:sp>
        <p:nvSpPr>
          <p:cNvPr id="8" name="Text Placeholder 7"/>
          <p:cNvSpPr>
            <a:spLocks noGrp="1"/>
          </p:cNvSpPr>
          <p:nvPr>
            <p:ph type="body" sz="quarter" idx="17"/>
          </p:nvPr>
        </p:nvSpPr>
        <p:spPr/>
        <p:txBody>
          <a:bodyPr/>
          <a:lstStyle/>
          <a:p>
            <a:pPr algn="ctr"/>
            <a:r>
              <a:rPr lang="en-US" dirty="0" smtClean="0"/>
              <a:t>OBJECTIVES</a:t>
            </a:r>
            <a:endParaRPr lang="en-US" dirty="0"/>
          </a:p>
        </p:txBody>
      </p:sp>
      <p:sp>
        <p:nvSpPr>
          <p:cNvPr id="9" name="Text Placeholder 8"/>
          <p:cNvSpPr>
            <a:spLocks noGrp="1"/>
          </p:cNvSpPr>
          <p:nvPr>
            <p:ph type="body" sz="quarter" idx="18"/>
          </p:nvPr>
        </p:nvSpPr>
        <p:spPr>
          <a:xfrm>
            <a:off x="3926417" y="1000837"/>
            <a:ext cx="7741920" cy="1719617"/>
          </a:xfrm>
        </p:spPr>
        <p:txBody>
          <a:bodyPr/>
          <a:lstStyle/>
          <a:p>
            <a:r>
              <a:rPr lang="en-US" sz="1333" dirty="0"/>
              <a:t>To ensure that </a:t>
            </a:r>
            <a:r>
              <a:rPr lang="en-US" sz="1333" b="1" dirty="0">
                <a:solidFill>
                  <a:schemeClr val="accent5"/>
                </a:solidFill>
              </a:rPr>
              <a:t>new and changed services meet customer requirements</a:t>
            </a:r>
            <a:r>
              <a:rPr lang="en-US" sz="1333" dirty="0"/>
              <a:t> and do not </a:t>
            </a:r>
            <a:r>
              <a:rPr lang="en-US" sz="1333" dirty="0"/>
              <a:t>adversely impact </a:t>
            </a:r>
            <a:r>
              <a:rPr lang="en-US" sz="1333" dirty="0"/>
              <a:t>the IT infrastructure or business processes.</a:t>
            </a:r>
          </a:p>
          <a:p>
            <a:r>
              <a:rPr lang="en-US" sz="1333" dirty="0"/>
              <a:t>To </a:t>
            </a:r>
            <a:r>
              <a:rPr lang="en-US" sz="1333" b="1" dirty="0">
                <a:solidFill>
                  <a:schemeClr val="accent5"/>
                </a:solidFill>
              </a:rPr>
              <a:t>reduce the variation between estimated and actual costs</a:t>
            </a:r>
            <a:r>
              <a:rPr lang="en-US" sz="1333" dirty="0"/>
              <a:t>, timeframes, risks and </a:t>
            </a:r>
            <a:r>
              <a:rPr lang="en-US" sz="1333" dirty="0"/>
              <a:t>impact scales</a:t>
            </a:r>
            <a:r>
              <a:rPr lang="en-US" sz="1333" dirty="0"/>
              <a:t>.</a:t>
            </a:r>
          </a:p>
          <a:p>
            <a:r>
              <a:rPr lang="en-US" sz="1333" dirty="0"/>
              <a:t>To </a:t>
            </a:r>
            <a:r>
              <a:rPr lang="en-US" sz="1333" b="1" dirty="0">
                <a:solidFill>
                  <a:schemeClr val="accent5"/>
                </a:solidFill>
              </a:rPr>
              <a:t>build, configure, test and deploy quality Releases into operation</a:t>
            </a:r>
            <a:r>
              <a:rPr lang="en-US" sz="1333" dirty="0"/>
              <a:t> in the most </a:t>
            </a:r>
            <a:r>
              <a:rPr lang="en-US" sz="1333" dirty="0"/>
              <a:t>efficient manner </a:t>
            </a:r>
            <a:r>
              <a:rPr lang="en-US" sz="1333" dirty="0"/>
              <a:t>while also minimising disruption to the business and customers.</a:t>
            </a:r>
            <a:endParaRPr lang="en-US" sz="667" dirty="0"/>
          </a:p>
        </p:txBody>
      </p:sp>
      <p:sp>
        <p:nvSpPr>
          <p:cNvPr id="10" name="Text Placeholder 9"/>
          <p:cNvSpPr>
            <a:spLocks noGrp="1"/>
          </p:cNvSpPr>
          <p:nvPr>
            <p:ph type="body" sz="quarter" idx="19"/>
          </p:nvPr>
        </p:nvSpPr>
        <p:spPr/>
        <p:txBody>
          <a:bodyPr/>
          <a:lstStyle/>
          <a:p>
            <a:pPr algn="ctr"/>
            <a:r>
              <a:rPr lang="en-US" dirty="0" smtClean="0"/>
              <a:t>PROCESSES</a:t>
            </a:r>
            <a:endParaRPr lang="en-US" dirty="0"/>
          </a:p>
        </p:txBody>
      </p:sp>
      <p:sp>
        <p:nvSpPr>
          <p:cNvPr id="11" name="Text Placeholder 10"/>
          <p:cNvSpPr>
            <a:spLocks noGrp="1"/>
          </p:cNvSpPr>
          <p:nvPr>
            <p:ph type="body" sz="quarter" idx="20"/>
          </p:nvPr>
        </p:nvSpPr>
        <p:spPr>
          <a:xfrm>
            <a:off x="3926417" y="2920622"/>
            <a:ext cx="7741920" cy="1619533"/>
          </a:xfrm>
        </p:spPr>
        <p:txBody>
          <a:bodyPr numCol="1"/>
          <a:lstStyle/>
          <a:p>
            <a:r>
              <a:rPr lang="en-US" sz="1333" dirty="0"/>
              <a:t>Knowledge </a:t>
            </a:r>
            <a:r>
              <a:rPr lang="en-US" sz="1333" dirty="0"/>
              <a:t>Management</a:t>
            </a:r>
          </a:p>
          <a:p>
            <a:r>
              <a:rPr lang="en-US" sz="1333" dirty="0"/>
              <a:t>Service </a:t>
            </a:r>
            <a:r>
              <a:rPr lang="en-US" sz="1333" dirty="0"/>
              <a:t>Asset &amp; Configuration Management</a:t>
            </a:r>
          </a:p>
          <a:p>
            <a:r>
              <a:rPr lang="en-US" sz="1333" dirty="0"/>
              <a:t>Change </a:t>
            </a:r>
            <a:r>
              <a:rPr lang="en-US" sz="1333" dirty="0"/>
              <a:t>Management</a:t>
            </a:r>
          </a:p>
          <a:p>
            <a:r>
              <a:rPr lang="en-US" sz="1333" dirty="0"/>
              <a:t>Release </a:t>
            </a:r>
            <a:r>
              <a:rPr lang="en-US" sz="1333" dirty="0"/>
              <a:t>&amp; Deployment Management</a:t>
            </a:r>
          </a:p>
          <a:p>
            <a:r>
              <a:rPr lang="en-US" sz="1333" dirty="0"/>
              <a:t>Service </a:t>
            </a:r>
            <a:r>
              <a:rPr lang="en-US" sz="1333" dirty="0"/>
              <a:t>Validation and Testing</a:t>
            </a:r>
            <a:endParaRPr lang="en-US" sz="1067" dirty="0"/>
          </a:p>
        </p:txBody>
      </p:sp>
      <p:sp>
        <p:nvSpPr>
          <p:cNvPr id="12" name="Text Placeholder 11"/>
          <p:cNvSpPr>
            <a:spLocks noGrp="1"/>
          </p:cNvSpPr>
          <p:nvPr>
            <p:ph type="body" sz="quarter" idx="21"/>
          </p:nvPr>
        </p:nvSpPr>
        <p:spPr/>
        <p:txBody>
          <a:bodyPr/>
          <a:lstStyle/>
          <a:p>
            <a:pPr algn="ctr"/>
            <a:r>
              <a:rPr lang="en-US" dirty="0" smtClean="0"/>
              <a:t>BENEFITS</a:t>
            </a:r>
            <a:endParaRPr lang="en-US" dirty="0"/>
          </a:p>
        </p:txBody>
      </p:sp>
      <p:sp>
        <p:nvSpPr>
          <p:cNvPr id="13" name="Text Placeholder 12"/>
          <p:cNvSpPr>
            <a:spLocks noGrp="1"/>
          </p:cNvSpPr>
          <p:nvPr>
            <p:ph type="body" sz="quarter" idx="22"/>
          </p:nvPr>
        </p:nvSpPr>
        <p:spPr>
          <a:xfrm>
            <a:off x="3926417" y="4676634"/>
            <a:ext cx="7741920" cy="1765109"/>
          </a:xfrm>
        </p:spPr>
        <p:txBody>
          <a:bodyPr/>
          <a:lstStyle/>
          <a:p>
            <a:r>
              <a:rPr lang="en-US" b="1" dirty="0" smtClean="0">
                <a:solidFill>
                  <a:schemeClr val="accent5"/>
                </a:solidFill>
              </a:rPr>
              <a:t>Increased </a:t>
            </a:r>
            <a:r>
              <a:rPr lang="en-US" b="1" dirty="0">
                <a:solidFill>
                  <a:schemeClr val="accent5"/>
                </a:solidFill>
              </a:rPr>
              <a:t>success rate</a:t>
            </a:r>
            <a:r>
              <a:rPr lang="en-US" dirty="0"/>
              <a:t> of Changes and Releases;</a:t>
            </a:r>
          </a:p>
          <a:p>
            <a:r>
              <a:rPr lang="en-US" dirty="0" smtClean="0"/>
              <a:t>More </a:t>
            </a:r>
            <a:r>
              <a:rPr lang="en-US" b="1" dirty="0">
                <a:solidFill>
                  <a:schemeClr val="accent5"/>
                </a:solidFill>
              </a:rPr>
              <a:t>accurate estimations of Service Levels</a:t>
            </a:r>
            <a:r>
              <a:rPr lang="en-US" dirty="0"/>
              <a:t> and Warranties;</a:t>
            </a:r>
          </a:p>
          <a:p>
            <a:r>
              <a:rPr lang="en-US" b="1" dirty="0" smtClean="0">
                <a:solidFill>
                  <a:schemeClr val="accent5"/>
                </a:solidFill>
              </a:rPr>
              <a:t>Less </a:t>
            </a:r>
            <a:r>
              <a:rPr lang="en-US" b="1" dirty="0">
                <a:solidFill>
                  <a:schemeClr val="accent5"/>
                </a:solidFill>
              </a:rPr>
              <a:t>variation of costs</a:t>
            </a:r>
            <a:r>
              <a:rPr lang="en-US" dirty="0"/>
              <a:t> against those estimated in budgets;</a:t>
            </a:r>
          </a:p>
          <a:p>
            <a:r>
              <a:rPr lang="en-US" b="1" dirty="0" smtClean="0">
                <a:solidFill>
                  <a:schemeClr val="accent5"/>
                </a:solidFill>
              </a:rPr>
              <a:t>Less </a:t>
            </a:r>
            <a:r>
              <a:rPr lang="en-US" b="1" dirty="0">
                <a:solidFill>
                  <a:schemeClr val="accent5"/>
                </a:solidFill>
              </a:rPr>
              <a:t>variation from resources plans</a:t>
            </a:r>
            <a:r>
              <a:rPr lang="en-US" dirty="0"/>
              <a:t>.</a:t>
            </a:r>
            <a:endParaRPr lang="en-US" sz="933" dirty="0"/>
          </a:p>
        </p:txBody>
      </p:sp>
    </p:spTree>
    <p:extLst>
      <p:ext uri="{BB962C8B-B14F-4D97-AF65-F5344CB8AC3E}">
        <p14:creationId xmlns:p14="http://schemas.microsoft.com/office/powerpoint/2010/main" val="4073745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 calcmode="lin" valueType="num">
                                      <p:cBhvr additive="base">
                                        <p:cTn id="1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 calcmode="lin" valueType="num">
                                      <p:cBhvr additive="base">
                                        <p:cTn id="19"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xEl>
                                              <p:pRg st="0" end="0"/>
                                            </p:txEl>
                                          </p:spTgt>
                                        </p:tgtEl>
                                        <p:attrNameLst>
                                          <p:attrName>style.visibility</p:attrName>
                                        </p:attrNameLst>
                                      </p:cBhvr>
                                      <p:to>
                                        <p:strVal val="visible"/>
                                      </p:to>
                                    </p:set>
                                    <p:anim calcmode="lin" valueType="num">
                                      <p:cBhvr additive="base">
                                        <p:cTn id="25"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xEl>
                                              <p:pRg st="1" end="1"/>
                                            </p:txEl>
                                          </p:spTgt>
                                        </p:tgtEl>
                                        <p:attrNameLst>
                                          <p:attrName>style.visibility</p:attrName>
                                        </p:attrNameLst>
                                      </p:cBhvr>
                                      <p:to>
                                        <p:strVal val="visible"/>
                                      </p:to>
                                    </p:set>
                                    <p:anim calcmode="lin" valueType="num">
                                      <p:cBhvr additive="base">
                                        <p:cTn id="31"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
                                            <p:txEl>
                                              <p:pRg st="2" end="2"/>
                                            </p:txEl>
                                          </p:spTgt>
                                        </p:tgtEl>
                                        <p:attrNameLst>
                                          <p:attrName>style.visibility</p:attrName>
                                        </p:attrNameLst>
                                      </p:cBhvr>
                                      <p:to>
                                        <p:strVal val="visible"/>
                                      </p:to>
                                    </p:set>
                                    <p:anim calcmode="lin" valueType="num">
                                      <p:cBhvr additive="base">
                                        <p:cTn id="37"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1">
                                            <p:txEl>
                                              <p:pRg st="3" end="3"/>
                                            </p:txEl>
                                          </p:spTgt>
                                        </p:tgtEl>
                                        <p:attrNameLst>
                                          <p:attrName>style.visibility</p:attrName>
                                        </p:attrNameLst>
                                      </p:cBhvr>
                                      <p:to>
                                        <p:strVal val="visible"/>
                                      </p:to>
                                    </p:set>
                                    <p:anim calcmode="lin" valueType="num">
                                      <p:cBhvr additive="base">
                                        <p:cTn id="43" dur="500" fill="hold"/>
                                        <p:tgtEl>
                                          <p:spTgt spid="11">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1">
                                            <p:txEl>
                                              <p:pRg st="4" end="4"/>
                                            </p:txEl>
                                          </p:spTgt>
                                        </p:tgtEl>
                                        <p:attrNameLst>
                                          <p:attrName>style.visibility</p:attrName>
                                        </p:attrNameLst>
                                      </p:cBhvr>
                                      <p:to>
                                        <p:strVal val="visible"/>
                                      </p:to>
                                    </p:set>
                                    <p:anim calcmode="lin" valueType="num">
                                      <p:cBhvr additive="base">
                                        <p:cTn id="49" dur="500" fill="hold"/>
                                        <p:tgtEl>
                                          <p:spTgt spid="11">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3">
                                            <p:txEl>
                                              <p:pRg st="0" end="0"/>
                                            </p:txEl>
                                          </p:spTgt>
                                        </p:tgtEl>
                                        <p:attrNameLst>
                                          <p:attrName>style.visibility</p:attrName>
                                        </p:attrNameLst>
                                      </p:cBhvr>
                                      <p:to>
                                        <p:strVal val="visible"/>
                                      </p:to>
                                    </p:set>
                                    <p:anim calcmode="lin" valueType="num">
                                      <p:cBhvr additive="base">
                                        <p:cTn id="55"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3">
                                            <p:txEl>
                                              <p:pRg st="1" end="1"/>
                                            </p:txEl>
                                          </p:spTgt>
                                        </p:tgtEl>
                                        <p:attrNameLst>
                                          <p:attrName>style.visibility</p:attrName>
                                        </p:attrNameLst>
                                      </p:cBhvr>
                                      <p:to>
                                        <p:strVal val="visible"/>
                                      </p:to>
                                    </p:set>
                                    <p:anim calcmode="lin" valueType="num">
                                      <p:cBhvr additive="base">
                                        <p:cTn id="61"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3">
                                            <p:txEl>
                                              <p:pRg st="2" end="2"/>
                                            </p:txEl>
                                          </p:spTgt>
                                        </p:tgtEl>
                                        <p:attrNameLst>
                                          <p:attrName>style.visibility</p:attrName>
                                        </p:attrNameLst>
                                      </p:cBhvr>
                                      <p:to>
                                        <p:strVal val="visible"/>
                                      </p:to>
                                    </p:set>
                                    <p:anim calcmode="lin" valueType="num">
                                      <p:cBhvr additive="base">
                                        <p:cTn id="67"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3">
                                            <p:txEl>
                                              <p:pRg st="3" end="3"/>
                                            </p:txEl>
                                          </p:spTgt>
                                        </p:tgtEl>
                                        <p:attrNameLst>
                                          <p:attrName>style.visibility</p:attrName>
                                        </p:attrNameLst>
                                      </p:cBhvr>
                                      <p:to>
                                        <p:strVal val="visible"/>
                                      </p:to>
                                    </p:set>
                                    <p:anim calcmode="lin" valueType="num">
                                      <p:cBhvr additive="base">
                                        <p:cTn id="73"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1" grpId="0" build="p"/>
      <p:bldP spid="1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regent_street.jpg"/>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l="62" r="62"/>
          <a:stretch>
            <a:fillRect/>
          </a:stretch>
        </p:blipFill>
        <p:spPr/>
      </p:pic>
      <p:sp>
        <p:nvSpPr>
          <p:cNvPr id="6" name="Text Placeholder 5"/>
          <p:cNvSpPr>
            <a:spLocks noGrp="1"/>
          </p:cNvSpPr>
          <p:nvPr>
            <p:ph type="body" sz="quarter" idx="14"/>
          </p:nvPr>
        </p:nvSpPr>
        <p:spPr>
          <a:xfrm>
            <a:off x="1155505" y="3276170"/>
            <a:ext cx="2948821" cy="356572"/>
          </a:xfrm>
        </p:spPr>
        <p:txBody>
          <a:bodyPr/>
          <a:lstStyle/>
          <a:p>
            <a:r>
              <a:rPr lang="en-US" dirty="0" smtClean="0"/>
              <a:t>SERVICE OPERATION</a:t>
            </a:r>
            <a:endParaRPr lang="en-US" dirty="0"/>
          </a:p>
        </p:txBody>
      </p:sp>
    </p:spTree>
    <p:extLst>
      <p:ext uri="{BB962C8B-B14F-4D97-AF65-F5344CB8AC3E}">
        <p14:creationId xmlns:p14="http://schemas.microsoft.com/office/powerpoint/2010/main" val="19571346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en-US" dirty="0" smtClean="0"/>
              <a:t>SERVICE OPERATION</a:t>
            </a:r>
            <a:endParaRPr lang="en-US" dirty="0"/>
          </a:p>
        </p:txBody>
      </p:sp>
      <p:sp>
        <p:nvSpPr>
          <p:cNvPr id="8" name="Text Placeholder 7"/>
          <p:cNvSpPr>
            <a:spLocks noGrp="1"/>
          </p:cNvSpPr>
          <p:nvPr>
            <p:ph type="body" sz="quarter" idx="17"/>
          </p:nvPr>
        </p:nvSpPr>
        <p:spPr/>
        <p:txBody>
          <a:bodyPr/>
          <a:lstStyle/>
          <a:p>
            <a:pPr algn="ctr"/>
            <a:r>
              <a:rPr lang="en-US" dirty="0" smtClean="0"/>
              <a:t>OBJECTIVES</a:t>
            </a:r>
            <a:endParaRPr lang="en-US" dirty="0"/>
          </a:p>
        </p:txBody>
      </p:sp>
      <p:sp>
        <p:nvSpPr>
          <p:cNvPr id="9" name="Text Placeholder 8"/>
          <p:cNvSpPr>
            <a:spLocks noGrp="1"/>
          </p:cNvSpPr>
          <p:nvPr>
            <p:ph type="body" sz="quarter" idx="18"/>
          </p:nvPr>
        </p:nvSpPr>
        <p:spPr>
          <a:xfrm>
            <a:off x="3926417" y="1000837"/>
            <a:ext cx="7741920" cy="1719617"/>
          </a:xfrm>
        </p:spPr>
        <p:txBody>
          <a:bodyPr/>
          <a:lstStyle/>
          <a:p>
            <a:pPr algn="just"/>
            <a:r>
              <a:rPr lang="en-US" sz="1333" dirty="0"/>
              <a:t>How </a:t>
            </a:r>
            <a:r>
              <a:rPr lang="en-US" sz="1333" dirty="0"/>
              <a:t>to provide </a:t>
            </a:r>
            <a:r>
              <a:rPr lang="en-US" sz="1333" b="1" dirty="0">
                <a:solidFill>
                  <a:schemeClr val="accent5"/>
                </a:solidFill>
              </a:rPr>
              <a:t>stability in Service Operations</a:t>
            </a:r>
            <a:r>
              <a:rPr lang="en-US" sz="1333" dirty="0"/>
              <a:t>, allowing for changes in </a:t>
            </a:r>
            <a:r>
              <a:rPr lang="en-US" sz="1333" dirty="0"/>
              <a:t>design, scale</a:t>
            </a:r>
            <a:r>
              <a:rPr lang="en-US" sz="1333" dirty="0"/>
              <a:t>, </a:t>
            </a:r>
            <a:r>
              <a:rPr lang="en-US" sz="1333" dirty="0"/>
              <a:t>scope and </a:t>
            </a:r>
            <a:r>
              <a:rPr lang="en-US" sz="1333" dirty="0"/>
              <a:t>service levels.</a:t>
            </a:r>
          </a:p>
          <a:p>
            <a:pPr algn="just"/>
            <a:r>
              <a:rPr lang="en-US" sz="1333" dirty="0"/>
              <a:t>Service </a:t>
            </a:r>
            <a:r>
              <a:rPr lang="en-US" sz="1333" dirty="0"/>
              <a:t>Operation </a:t>
            </a:r>
            <a:r>
              <a:rPr lang="en-US" sz="1333" b="1" dirty="0">
                <a:solidFill>
                  <a:schemeClr val="accent5"/>
                </a:solidFill>
              </a:rPr>
              <a:t>process guidelines, methods and tools</a:t>
            </a:r>
            <a:r>
              <a:rPr lang="en-US" sz="1333" dirty="0"/>
              <a:t> for use in two major </a:t>
            </a:r>
            <a:r>
              <a:rPr lang="en-US" sz="1333" dirty="0"/>
              <a:t>control perspectives</a:t>
            </a:r>
            <a:r>
              <a:rPr lang="en-US" sz="1333" dirty="0"/>
              <a:t>; reactive and proactive. </a:t>
            </a:r>
            <a:endParaRPr lang="en-US" sz="1333" dirty="0"/>
          </a:p>
          <a:p>
            <a:pPr algn="just"/>
            <a:r>
              <a:rPr lang="en-US" sz="1333" b="1" dirty="0">
                <a:solidFill>
                  <a:schemeClr val="accent5"/>
                </a:solidFill>
              </a:rPr>
              <a:t>Supporting </a:t>
            </a:r>
            <a:r>
              <a:rPr lang="en-US" sz="1333" b="1" dirty="0">
                <a:solidFill>
                  <a:schemeClr val="accent5"/>
                </a:solidFill>
              </a:rPr>
              <a:t>operations through new models and architectures</a:t>
            </a:r>
            <a:r>
              <a:rPr lang="en-US" sz="1333" dirty="0"/>
              <a:t> such as </a:t>
            </a:r>
            <a:r>
              <a:rPr lang="en-US" sz="1333" dirty="0"/>
              <a:t>shared services</a:t>
            </a:r>
            <a:r>
              <a:rPr lang="en-US" sz="1333" dirty="0"/>
              <a:t>, </a:t>
            </a:r>
            <a:r>
              <a:rPr lang="en-US" sz="1333" dirty="0"/>
              <a:t>utility computing</a:t>
            </a:r>
            <a:r>
              <a:rPr lang="en-US" sz="1333" dirty="0"/>
              <a:t>, web services and mobile commerce.</a:t>
            </a:r>
            <a:endParaRPr lang="en-US" sz="400" dirty="0"/>
          </a:p>
        </p:txBody>
      </p:sp>
      <p:sp>
        <p:nvSpPr>
          <p:cNvPr id="10" name="Text Placeholder 9"/>
          <p:cNvSpPr>
            <a:spLocks noGrp="1"/>
          </p:cNvSpPr>
          <p:nvPr>
            <p:ph type="body" sz="quarter" idx="19"/>
          </p:nvPr>
        </p:nvSpPr>
        <p:spPr/>
        <p:txBody>
          <a:bodyPr/>
          <a:lstStyle/>
          <a:p>
            <a:pPr algn="ctr"/>
            <a:r>
              <a:rPr lang="en-US" dirty="0" smtClean="0"/>
              <a:t>PROCESSES</a:t>
            </a:r>
            <a:endParaRPr lang="en-US" dirty="0"/>
          </a:p>
        </p:txBody>
      </p:sp>
      <p:sp>
        <p:nvSpPr>
          <p:cNvPr id="11" name="Text Placeholder 10"/>
          <p:cNvSpPr>
            <a:spLocks noGrp="1"/>
          </p:cNvSpPr>
          <p:nvPr>
            <p:ph type="body" sz="quarter" idx="20"/>
          </p:nvPr>
        </p:nvSpPr>
        <p:spPr>
          <a:xfrm>
            <a:off x="3926417" y="2920622"/>
            <a:ext cx="7741920" cy="1619533"/>
          </a:xfrm>
        </p:spPr>
        <p:txBody>
          <a:bodyPr numCol="1"/>
          <a:lstStyle/>
          <a:p>
            <a:r>
              <a:rPr lang="en-US" sz="1333" dirty="0"/>
              <a:t>Event Management</a:t>
            </a:r>
          </a:p>
          <a:p>
            <a:r>
              <a:rPr lang="en-US" sz="1333" dirty="0"/>
              <a:t>Request Fulfillment Management</a:t>
            </a:r>
          </a:p>
          <a:p>
            <a:r>
              <a:rPr lang="en-US" sz="1333" dirty="0"/>
              <a:t>Access Management</a:t>
            </a:r>
          </a:p>
          <a:p>
            <a:r>
              <a:rPr lang="en-US" sz="1333" dirty="0"/>
              <a:t>Incident Management</a:t>
            </a:r>
          </a:p>
          <a:p>
            <a:r>
              <a:rPr lang="en-US" sz="1333" dirty="0"/>
              <a:t>Problem Management</a:t>
            </a:r>
            <a:endParaRPr lang="en-US" sz="1333" dirty="0"/>
          </a:p>
        </p:txBody>
      </p:sp>
      <p:sp>
        <p:nvSpPr>
          <p:cNvPr id="12" name="Text Placeholder 11"/>
          <p:cNvSpPr>
            <a:spLocks noGrp="1"/>
          </p:cNvSpPr>
          <p:nvPr>
            <p:ph type="body" sz="quarter" idx="21"/>
          </p:nvPr>
        </p:nvSpPr>
        <p:spPr/>
        <p:txBody>
          <a:bodyPr/>
          <a:lstStyle/>
          <a:p>
            <a:pPr algn="ctr"/>
            <a:r>
              <a:rPr lang="en-US" dirty="0" smtClean="0"/>
              <a:t>FUNCTIONS</a:t>
            </a:r>
            <a:endParaRPr lang="en-US" dirty="0"/>
          </a:p>
        </p:txBody>
      </p:sp>
      <p:sp>
        <p:nvSpPr>
          <p:cNvPr id="13" name="Text Placeholder 12"/>
          <p:cNvSpPr>
            <a:spLocks noGrp="1"/>
          </p:cNvSpPr>
          <p:nvPr>
            <p:ph type="body" sz="quarter" idx="22"/>
          </p:nvPr>
        </p:nvSpPr>
        <p:spPr>
          <a:xfrm>
            <a:off x="3926417" y="4676634"/>
            <a:ext cx="7741920" cy="1765109"/>
          </a:xfrm>
        </p:spPr>
        <p:txBody>
          <a:bodyPr/>
          <a:lstStyle/>
          <a:p>
            <a:r>
              <a:rPr lang="en-US" sz="1467" b="1" dirty="0"/>
              <a:t>Service Desk</a:t>
            </a:r>
          </a:p>
          <a:p>
            <a:r>
              <a:rPr lang="en-US" sz="1467" b="1" dirty="0"/>
              <a:t>Technical </a:t>
            </a:r>
            <a:r>
              <a:rPr lang="en-US" sz="1467" b="1" dirty="0"/>
              <a:t>Management</a:t>
            </a:r>
          </a:p>
          <a:p>
            <a:r>
              <a:rPr lang="en-US" sz="1467" b="1" dirty="0"/>
              <a:t>Application </a:t>
            </a:r>
            <a:r>
              <a:rPr lang="en-US" sz="1467" b="1" dirty="0"/>
              <a:t>Management</a:t>
            </a:r>
          </a:p>
          <a:p>
            <a:r>
              <a:rPr lang="en-US" sz="1467" b="1" dirty="0"/>
              <a:t>IT </a:t>
            </a:r>
            <a:r>
              <a:rPr lang="en-US" sz="1467" b="1" dirty="0"/>
              <a:t>Operations </a:t>
            </a:r>
            <a:r>
              <a:rPr lang="en-US" sz="1467" b="1" dirty="0"/>
              <a:t>Management </a:t>
            </a:r>
            <a:r>
              <a:rPr lang="en-US" sz="1200" b="1" dirty="0"/>
              <a:t>(</a:t>
            </a:r>
            <a:r>
              <a:rPr lang="en-US" sz="1200" dirty="0"/>
              <a:t>Creates </a:t>
            </a:r>
            <a:r>
              <a:rPr lang="en-US" sz="1200" dirty="0"/>
              <a:t>backups of logs, monitors component </a:t>
            </a:r>
            <a:r>
              <a:rPr lang="en-US" sz="1200" dirty="0"/>
              <a:t>events)</a:t>
            </a:r>
            <a:endParaRPr lang="en-US" sz="400" dirty="0"/>
          </a:p>
        </p:txBody>
      </p:sp>
    </p:spTree>
    <p:extLst>
      <p:ext uri="{BB962C8B-B14F-4D97-AF65-F5344CB8AC3E}">
        <p14:creationId xmlns:p14="http://schemas.microsoft.com/office/powerpoint/2010/main" val="4088792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 calcmode="lin" valueType="num">
                                      <p:cBhvr additive="base">
                                        <p:cTn id="1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 calcmode="lin" valueType="num">
                                      <p:cBhvr additive="base">
                                        <p:cTn id="19"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xEl>
                                              <p:pRg st="0" end="0"/>
                                            </p:txEl>
                                          </p:spTgt>
                                        </p:tgtEl>
                                        <p:attrNameLst>
                                          <p:attrName>style.visibility</p:attrName>
                                        </p:attrNameLst>
                                      </p:cBhvr>
                                      <p:to>
                                        <p:strVal val="visible"/>
                                      </p:to>
                                    </p:set>
                                    <p:anim calcmode="lin" valueType="num">
                                      <p:cBhvr additive="base">
                                        <p:cTn id="25"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xEl>
                                              <p:pRg st="1" end="1"/>
                                            </p:txEl>
                                          </p:spTgt>
                                        </p:tgtEl>
                                        <p:attrNameLst>
                                          <p:attrName>style.visibility</p:attrName>
                                        </p:attrNameLst>
                                      </p:cBhvr>
                                      <p:to>
                                        <p:strVal val="visible"/>
                                      </p:to>
                                    </p:set>
                                    <p:anim calcmode="lin" valueType="num">
                                      <p:cBhvr additive="base">
                                        <p:cTn id="31"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
                                            <p:txEl>
                                              <p:pRg st="2" end="2"/>
                                            </p:txEl>
                                          </p:spTgt>
                                        </p:tgtEl>
                                        <p:attrNameLst>
                                          <p:attrName>style.visibility</p:attrName>
                                        </p:attrNameLst>
                                      </p:cBhvr>
                                      <p:to>
                                        <p:strVal val="visible"/>
                                      </p:to>
                                    </p:set>
                                    <p:anim calcmode="lin" valueType="num">
                                      <p:cBhvr additive="base">
                                        <p:cTn id="37"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1">
                                            <p:txEl>
                                              <p:pRg st="3" end="3"/>
                                            </p:txEl>
                                          </p:spTgt>
                                        </p:tgtEl>
                                        <p:attrNameLst>
                                          <p:attrName>style.visibility</p:attrName>
                                        </p:attrNameLst>
                                      </p:cBhvr>
                                      <p:to>
                                        <p:strVal val="visible"/>
                                      </p:to>
                                    </p:set>
                                    <p:anim calcmode="lin" valueType="num">
                                      <p:cBhvr additive="base">
                                        <p:cTn id="43" dur="500" fill="hold"/>
                                        <p:tgtEl>
                                          <p:spTgt spid="11">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1">
                                            <p:txEl>
                                              <p:pRg st="4" end="4"/>
                                            </p:txEl>
                                          </p:spTgt>
                                        </p:tgtEl>
                                        <p:attrNameLst>
                                          <p:attrName>style.visibility</p:attrName>
                                        </p:attrNameLst>
                                      </p:cBhvr>
                                      <p:to>
                                        <p:strVal val="visible"/>
                                      </p:to>
                                    </p:set>
                                    <p:anim calcmode="lin" valueType="num">
                                      <p:cBhvr additive="base">
                                        <p:cTn id="49" dur="500" fill="hold"/>
                                        <p:tgtEl>
                                          <p:spTgt spid="11">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3">
                                            <p:txEl>
                                              <p:pRg st="0" end="0"/>
                                            </p:txEl>
                                          </p:spTgt>
                                        </p:tgtEl>
                                        <p:attrNameLst>
                                          <p:attrName>style.visibility</p:attrName>
                                        </p:attrNameLst>
                                      </p:cBhvr>
                                      <p:to>
                                        <p:strVal val="visible"/>
                                      </p:to>
                                    </p:set>
                                    <p:anim calcmode="lin" valueType="num">
                                      <p:cBhvr additive="base">
                                        <p:cTn id="55"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3">
                                            <p:txEl>
                                              <p:pRg st="1" end="1"/>
                                            </p:txEl>
                                          </p:spTgt>
                                        </p:tgtEl>
                                        <p:attrNameLst>
                                          <p:attrName>style.visibility</p:attrName>
                                        </p:attrNameLst>
                                      </p:cBhvr>
                                      <p:to>
                                        <p:strVal val="visible"/>
                                      </p:to>
                                    </p:set>
                                    <p:anim calcmode="lin" valueType="num">
                                      <p:cBhvr additive="base">
                                        <p:cTn id="61"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3">
                                            <p:txEl>
                                              <p:pRg st="2" end="2"/>
                                            </p:txEl>
                                          </p:spTgt>
                                        </p:tgtEl>
                                        <p:attrNameLst>
                                          <p:attrName>style.visibility</p:attrName>
                                        </p:attrNameLst>
                                      </p:cBhvr>
                                      <p:to>
                                        <p:strVal val="visible"/>
                                      </p:to>
                                    </p:set>
                                    <p:anim calcmode="lin" valueType="num">
                                      <p:cBhvr additive="base">
                                        <p:cTn id="67"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3">
                                            <p:txEl>
                                              <p:pRg st="3" end="3"/>
                                            </p:txEl>
                                          </p:spTgt>
                                        </p:tgtEl>
                                        <p:attrNameLst>
                                          <p:attrName>style.visibility</p:attrName>
                                        </p:attrNameLst>
                                      </p:cBhvr>
                                      <p:to>
                                        <p:strVal val="visible"/>
                                      </p:to>
                                    </p:set>
                                    <p:anim calcmode="lin" valueType="num">
                                      <p:cBhvr additive="base">
                                        <p:cTn id="73"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1" grpId="0" build="p"/>
      <p:bldP spid="1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ver Slides">
  <a:themeElements>
    <a:clrScheme name="EPAM_Color">
      <a:dk1>
        <a:srgbClr val="464547"/>
      </a:dk1>
      <a:lt1>
        <a:sysClr val="window" lastClr="FFFFFF"/>
      </a:lt1>
      <a:dk2>
        <a:srgbClr val="666666"/>
      </a:dk2>
      <a:lt2>
        <a:srgbClr val="999999"/>
      </a:lt2>
      <a:accent1>
        <a:srgbClr val="CCCCCC"/>
      </a:accent1>
      <a:accent2>
        <a:srgbClr val="39C2D7"/>
      </a:accent2>
      <a:accent3>
        <a:srgbClr val="1B8BA0"/>
      </a:accent3>
      <a:accent4>
        <a:srgbClr val="A3C644"/>
      </a:accent4>
      <a:accent5>
        <a:srgbClr val="7F993A"/>
      </a:accent5>
      <a:accent6>
        <a:srgbClr val="B22746"/>
      </a:accent6>
      <a:hlink>
        <a:srgbClr val="32B6CE"/>
      </a:hlink>
      <a:folHlink>
        <a:srgbClr val="1B8A9F"/>
      </a:folHlink>
    </a:clrScheme>
    <a:fontScheme name="Revolution">
      <a:majorFont>
        <a:latin typeface="Trebuchet MS"/>
        <a:ea typeface=""/>
        <a:cs typeface=""/>
        <a:font script="Jpan" typeface="ＭＳ ゴシック"/>
        <a:font script="Hans" typeface="宋体"/>
        <a:font script="Hant" typeface="新細明體"/>
      </a:majorFont>
      <a:minorFont>
        <a:latin typeface="Trebuchet MS"/>
        <a:ea typeface=""/>
        <a:cs typeface=""/>
        <a:font script="Jpan" typeface="ＭＳ ゴシック"/>
        <a:font script="Hans" typeface="宋体"/>
        <a:font script="Hant" typeface="新細明體"/>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PAM_PPT_Template_Wide_20151008.pptx" id="{98138AE9-E54A-44E6-BA37-01C6FD579217}" vid="{50348056-48A7-4E2A-911F-A9FF925F406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775</Words>
  <Application>Microsoft Office PowerPoint</Application>
  <PresentationFormat>Widescreen</PresentationFormat>
  <Paragraphs>88</Paragraphs>
  <Slides>11</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11</vt:i4>
      </vt:variant>
    </vt:vector>
  </HeadingPairs>
  <TitlesOfParts>
    <vt:vector size="20" baseType="lpstr">
      <vt:lpstr>Arial</vt:lpstr>
      <vt:lpstr>Arial Black</vt:lpstr>
      <vt:lpstr>Calibri</vt:lpstr>
      <vt:lpstr>Calibri Light</vt:lpstr>
      <vt:lpstr>Lucida Grande</vt:lpstr>
      <vt:lpstr>Trebuchet MS</vt:lpstr>
      <vt:lpstr>Verdana</vt:lpstr>
      <vt:lpstr>Office Theme</vt:lpstr>
      <vt:lpstr>Cover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EPAM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Narendra Tayi</dc:creator>
  <cp:lastModifiedBy>Narendra Tayi</cp:lastModifiedBy>
  <cp:revision>1</cp:revision>
  <dcterms:created xsi:type="dcterms:W3CDTF">2020-10-21T10:09:18Z</dcterms:created>
  <dcterms:modified xsi:type="dcterms:W3CDTF">2020-10-21T10:10:08Z</dcterms:modified>
</cp:coreProperties>
</file>