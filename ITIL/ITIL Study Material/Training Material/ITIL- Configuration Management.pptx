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88E05-3E39-42E3-B352-EA64484FA45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D0A43-3499-4365-A742-A523B227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05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92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22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00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13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49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74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31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14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793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33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86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8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9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1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31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1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3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06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6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0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8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2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37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2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5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3D650-329B-4AB0-AE51-49E74DED33E1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93CD8-2D28-41AC-8EF8-47E272BE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2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1" y="1122363"/>
            <a:ext cx="11901054" cy="2202728"/>
          </a:xfrm>
        </p:spPr>
        <p:txBody>
          <a:bodyPr>
            <a:normAutofit/>
          </a:bodyPr>
          <a:lstStyle/>
          <a:p>
            <a:r>
              <a:rPr lang="en-US" sz="5000" b="1" dirty="0" smtClean="0"/>
              <a:t> CONFIGURATION MANAGEMENT PROCESS</a:t>
            </a:r>
            <a:endParaRPr lang="en-US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5637" y="4038135"/>
            <a:ext cx="9233095" cy="1082505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92D050"/>
                </a:solidFill>
              </a:rPr>
              <a:t>ITIL-V3</a:t>
            </a:r>
            <a:endParaRPr lang="en-US" sz="5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72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2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51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7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4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0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95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9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0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45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40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82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52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89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86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</Words>
  <Application>Microsoft Office PowerPoint</Application>
  <PresentationFormat>Widescreen</PresentationFormat>
  <Paragraphs>17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 CONFIGURATION MANAGEMENT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Narendra Tayi</dc:creator>
  <cp:lastModifiedBy>Narendra Tayi</cp:lastModifiedBy>
  <cp:revision>2</cp:revision>
  <dcterms:created xsi:type="dcterms:W3CDTF">2020-07-15T12:45:45Z</dcterms:created>
  <dcterms:modified xsi:type="dcterms:W3CDTF">2020-07-15T13:33:53Z</dcterms:modified>
</cp:coreProperties>
</file>