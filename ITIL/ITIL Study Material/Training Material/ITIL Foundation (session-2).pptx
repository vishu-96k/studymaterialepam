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tags/tag1.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304" r:id="rId38"/>
    <p:sldId id="299" r:id="rId39"/>
    <p:sldId id="30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spPr>
            <a:ln>
              <a:solidFill>
                <a:schemeClr val="accent2"/>
              </a:solidFill>
            </a:ln>
            <a:effectLst/>
          </c:spPr>
          <c:dPt>
            <c:idx val="0"/>
            <c:bubble3D val="0"/>
            <c:spPr>
              <a:solidFill>
                <a:schemeClr val="bg1"/>
              </a:solidFill>
              <a:ln w="19050">
                <a:solidFill>
                  <a:schemeClr val="accent2"/>
                </a:solidFill>
              </a:ln>
              <a:effectLst/>
            </c:spPr>
            <c:extLst>
              <c:ext xmlns:c16="http://schemas.microsoft.com/office/drawing/2014/chart" uri="{C3380CC4-5D6E-409C-BE32-E72D297353CC}">
                <c16:uniqueId val="{00000001-786D-45D5-891B-D54BAE80807C}"/>
              </c:ext>
            </c:extLst>
          </c:dPt>
          <c:dPt>
            <c:idx val="1"/>
            <c:bubble3D val="0"/>
            <c:spPr>
              <a:solidFill>
                <a:schemeClr val="accent2"/>
              </a:solidFill>
              <a:ln w="19050">
                <a:solidFill>
                  <a:schemeClr val="accent2"/>
                </a:solidFill>
              </a:ln>
              <a:effectLst/>
            </c:spPr>
            <c:extLst>
              <c:ext xmlns:c16="http://schemas.microsoft.com/office/drawing/2014/chart" uri="{C3380CC4-5D6E-409C-BE32-E72D297353CC}">
                <c16:uniqueId val="{00000003-786D-45D5-891B-D54BAE80807C}"/>
              </c:ext>
            </c:extLst>
          </c:dPt>
          <c:dPt>
            <c:idx val="2"/>
            <c:bubble3D val="0"/>
            <c:spPr>
              <a:solidFill>
                <a:schemeClr val="accent3"/>
              </a:solidFill>
              <a:ln w="19050">
                <a:solidFill>
                  <a:schemeClr val="accent2"/>
                </a:solidFill>
              </a:ln>
              <a:effectLst/>
            </c:spPr>
            <c:extLst>
              <c:ext xmlns:c16="http://schemas.microsoft.com/office/drawing/2014/chart" uri="{C3380CC4-5D6E-409C-BE32-E72D297353CC}">
                <c16:uniqueId val="{00000005-786D-45D5-891B-D54BAE80807C}"/>
              </c:ext>
            </c:extLst>
          </c:dPt>
          <c:dPt>
            <c:idx val="3"/>
            <c:bubble3D val="0"/>
            <c:spPr>
              <a:solidFill>
                <a:schemeClr val="accent4"/>
              </a:solidFill>
              <a:ln w="19050">
                <a:solidFill>
                  <a:schemeClr val="accent2"/>
                </a:solidFill>
              </a:ln>
              <a:effectLst/>
            </c:spPr>
            <c:extLst>
              <c:ext xmlns:c16="http://schemas.microsoft.com/office/drawing/2014/chart" uri="{C3380CC4-5D6E-409C-BE32-E72D297353CC}">
                <c16:uniqueId val="{00000007-786D-45D5-891B-D54BAE80807C}"/>
              </c:ext>
            </c:extLst>
          </c:dPt>
          <c:dPt>
            <c:idx val="4"/>
            <c:bubble3D val="0"/>
            <c:spPr>
              <a:solidFill>
                <a:schemeClr val="bg1"/>
              </a:solidFill>
              <a:ln w="19050">
                <a:solidFill>
                  <a:schemeClr val="accent2"/>
                </a:solidFill>
              </a:ln>
              <a:effectLst/>
            </c:spPr>
            <c:extLst>
              <c:ext xmlns:c16="http://schemas.microsoft.com/office/drawing/2014/chart" uri="{C3380CC4-5D6E-409C-BE32-E72D297353CC}">
                <c16:uniqueId val="{00000009-786D-45D5-891B-D54BAE80807C}"/>
              </c:ext>
            </c:extLst>
          </c:dPt>
          <c:dPt>
            <c:idx val="5"/>
            <c:bubble3D val="0"/>
            <c:spPr>
              <a:solidFill>
                <a:schemeClr val="accent6"/>
              </a:solidFill>
              <a:ln w="19050">
                <a:solidFill>
                  <a:schemeClr val="accent2"/>
                </a:solidFill>
              </a:ln>
              <a:effectLst/>
            </c:spPr>
            <c:extLst>
              <c:ext xmlns:c16="http://schemas.microsoft.com/office/drawing/2014/chart" uri="{C3380CC4-5D6E-409C-BE32-E72D297353CC}">
                <c16:uniqueId val="{0000000B-786D-45D5-891B-D54BAE80807C}"/>
              </c:ext>
            </c:extLst>
          </c:dPt>
          <c:dPt>
            <c:idx val="6"/>
            <c:bubble3D val="0"/>
            <c:spPr>
              <a:solidFill>
                <a:schemeClr val="accent1">
                  <a:lumMod val="60000"/>
                </a:schemeClr>
              </a:solidFill>
              <a:ln w="19050">
                <a:solidFill>
                  <a:schemeClr val="accent2"/>
                </a:solidFill>
              </a:ln>
              <a:effectLst/>
            </c:spPr>
            <c:extLst>
              <c:ext xmlns:c16="http://schemas.microsoft.com/office/drawing/2014/chart" uri="{C3380CC4-5D6E-409C-BE32-E72D297353CC}">
                <c16:uniqueId val="{0000000D-786D-45D5-891B-D54BAE80807C}"/>
              </c:ext>
            </c:extLst>
          </c:dPt>
          <c:dPt>
            <c:idx val="7"/>
            <c:bubble3D val="0"/>
            <c:spPr>
              <a:solidFill>
                <a:schemeClr val="accent2">
                  <a:lumMod val="60000"/>
                </a:schemeClr>
              </a:solidFill>
              <a:ln w="19050">
                <a:solidFill>
                  <a:schemeClr val="accent2"/>
                </a:solidFill>
              </a:ln>
              <a:effectLst/>
            </c:spPr>
            <c:extLst>
              <c:ext xmlns:c16="http://schemas.microsoft.com/office/drawing/2014/chart" uri="{C3380CC4-5D6E-409C-BE32-E72D297353CC}">
                <c16:uniqueId val="{0000000F-786D-45D5-891B-D54BAE80807C}"/>
              </c:ext>
            </c:extLst>
          </c:dPt>
          <c:dPt>
            <c:idx val="8"/>
            <c:bubble3D val="0"/>
            <c:spPr>
              <a:solidFill>
                <a:srgbClr val="2FC2D9"/>
              </a:solidFill>
              <a:ln w="19050">
                <a:solidFill>
                  <a:schemeClr val="accent2"/>
                </a:solidFill>
              </a:ln>
              <a:effectLst/>
            </c:spPr>
            <c:extLst>
              <c:ext xmlns:c16="http://schemas.microsoft.com/office/drawing/2014/chart" uri="{C3380CC4-5D6E-409C-BE32-E72D297353CC}">
                <c16:uniqueId val="{00000011-786D-45D5-891B-D54BAE80807C}"/>
              </c:ext>
            </c:extLst>
          </c:dPt>
          <c:dPt>
            <c:idx val="9"/>
            <c:bubble3D val="0"/>
            <c:spPr>
              <a:solidFill>
                <a:schemeClr val="accent4">
                  <a:lumMod val="60000"/>
                </a:schemeClr>
              </a:solidFill>
              <a:ln w="19050">
                <a:solidFill>
                  <a:schemeClr val="accent2"/>
                </a:solidFill>
              </a:ln>
              <a:effectLst/>
            </c:spPr>
            <c:extLst>
              <c:ext xmlns:c16="http://schemas.microsoft.com/office/drawing/2014/chart" uri="{C3380CC4-5D6E-409C-BE32-E72D297353CC}">
                <c16:uniqueId val="{00000013-786D-45D5-891B-D54BAE80807C}"/>
              </c:ext>
            </c:extLst>
          </c:dPt>
          <c:dPt>
            <c:idx val="10"/>
            <c:bubble3D val="0"/>
            <c:spPr>
              <a:solidFill>
                <a:schemeClr val="accent5">
                  <a:lumMod val="60000"/>
                </a:schemeClr>
              </a:solidFill>
              <a:ln w="19050">
                <a:solidFill>
                  <a:schemeClr val="accent2"/>
                </a:solidFill>
              </a:ln>
              <a:effectLst/>
            </c:spPr>
            <c:extLst>
              <c:ext xmlns:c16="http://schemas.microsoft.com/office/drawing/2014/chart" uri="{C3380CC4-5D6E-409C-BE32-E72D297353CC}">
                <c16:uniqueId val="{00000015-786D-45D5-891B-D54BAE80807C}"/>
              </c:ext>
            </c:extLst>
          </c:dPt>
          <c:dPt>
            <c:idx val="11"/>
            <c:bubble3D val="0"/>
            <c:spPr>
              <a:solidFill>
                <a:schemeClr val="accent6">
                  <a:lumMod val="60000"/>
                </a:schemeClr>
              </a:solidFill>
              <a:ln w="19050">
                <a:solidFill>
                  <a:schemeClr val="accent2"/>
                </a:solidFill>
              </a:ln>
              <a:effectLst/>
            </c:spPr>
            <c:extLst>
              <c:ext xmlns:c16="http://schemas.microsoft.com/office/drawing/2014/chart" uri="{C3380CC4-5D6E-409C-BE32-E72D297353CC}">
                <c16:uniqueId val="{00000017-786D-45D5-891B-D54BAE80807C}"/>
              </c:ext>
            </c:extLst>
          </c:dPt>
          <c:dPt>
            <c:idx val="12"/>
            <c:bubble3D val="0"/>
            <c:spPr>
              <a:solidFill>
                <a:schemeClr val="accent1">
                  <a:lumMod val="80000"/>
                  <a:lumOff val="20000"/>
                </a:schemeClr>
              </a:solidFill>
              <a:ln w="19050">
                <a:solidFill>
                  <a:schemeClr val="accent2"/>
                </a:solidFill>
              </a:ln>
              <a:effectLst/>
            </c:spPr>
            <c:extLst>
              <c:ext xmlns:c16="http://schemas.microsoft.com/office/drawing/2014/chart" uri="{C3380CC4-5D6E-409C-BE32-E72D297353CC}">
                <c16:uniqueId val="{00000019-786D-45D5-891B-D54BAE80807C}"/>
              </c:ext>
            </c:extLst>
          </c:dPt>
          <c:val>
            <c:numRef>
              <c:f>Sheet1!$B$2:$B$14</c:f>
              <c:numCache>
                <c:formatCode>General</c:formatCode>
                <c:ptCount val="13"/>
                <c:pt idx="0">
                  <c:v>50</c:v>
                </c:pt>
                <c:pt idx="1">
                  <c:v>50</c:v>
                </c:pt>
                <c:pt idx="2">
                  <c:v>0</c:v>
                </c:pt>
                <c:pt idx="3">
                  <c:v>0</c:v>
                </c:pt>
                <c:pt idx="4">
                  <c:v>50</c:v>
                </c:pt>
                <c:pt idx="5">
                  <c:v>0</c:v>
                </c:pt>
                <c:pt idx="6">
                  <c:v>0</c:v>
                </c:pt>
                <c:pt idx="7">
                  <c:v>0</c:v>
                </c:pt>
                <c:pt idx="8">
                  <c:v>50</c:v>
                </c:pt>
                <c:pt idx="9">
                  <c:v>0</c:v>
                </c:pt>
                <c:pt idx="10">
                  <c:v>0</c:v>
                </c:pt>
                <c:pt idx="11">
                  <c:v>0</c:v>
                </c:pt>
                <c:pt idx="12">
                  <c:v>0</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Sheet1!$A$2:$A$14</c15:sqref>
                        </c15:formulaRef>
                      </c:ext>
                    </c:extLst>
                    <c:strCache>
                      <c:ptCount val="13"/>
                      <c:pt idx="0">
                        <c:v>1st Qtr</c:v>
                      </c:pt>
                      <c:pt idx="9">
                        <c:v>2nd Qtr</c:v>
                      </c:pt>
                      <c:pt idx="11">
                        <c:v>3rd Qtr</c:v>
                      </c:pt>
                      <c:pt idx="12">
                        <c:v>4th Qtr</c:v>
                      </c:pt>
                    </c:strCache>
                  </c:strRef>
                </c15:cat>
              </c15:filteredCategoryTitle>
            </c:ext>
            <c:ext xmlns:c16="http://schemas.microsoft.com/office/drawing/2014/chart" uri="{C3380CC4-5D6E-409C-BE32-E72D297353CC}">
              <c16:uniqueId val="{0000001A-786D-45D5-891B-D54BAE80807C}"/>
            </c:ext>
          </c:extLst>
        </c:ser>
        <c:dLbls>
          <c:showLegendKey val="0"/>
          <c:showVal val="0"/>
          <c:showCatName val="0"/>
          <c:showSerName val="0"/>
          <c:showPercent val="0"/>
          <c:showBubbleSize val="0"/>
          <c:showLeaderLines val="1"/>
        </c:dLbls>
        <c:firstSliceAng val="17"/>
      </c:pieChart>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a:ln w="31750"/>
          </c:spPr>
          <c:dPt>
            <c:idx val="0"/>
            <c:bubble3D val="0"/>
            <c:spPr>
              <a:solidFill>
                <a:schemeClr val="accent3">
                  <a:tint val="65000"/>
                </a:schemeClr>
              </a:solidFill>
              <a:ln w="31750">
                <a:solidFill>
                  <a:schemeClr val="lt1"/>
                </a:solidFill>
              </a:ln>
              <a:effectLst/>
            </c:spPr>
            <c:extLst>
              <c:ext xmlns:c16="http://schemas.microsoft.com/office/drawing/2014/chart" uri="{C3380CC4-5D6E-409C-BE32-E72D297353CC}">
                <c16:uniqueId val="{00000001-B962-4EDA-820C-6D24253F50A6}"/>
              </c:ext>
            </c:extLst>
          </c:dPt>
          <c:dPt>
            <c:idx val="1"/>
            <c:bubble3D val="0"/>
            <c:spPr>
              <a:solidFill>
                <a:schemeClr val="accent3"/>
              </a:solidFill>
              <a:ln w="31750">
                <a:solidFill>
                  <a:schemeClr val="lt1"/>
                </a:solidFill>
              </a:ln>
              <a:effectLst/>
            </c:spPr>
            <c:extLst>
              <c:ext xmlns:c16="http://schemas.microsoft.com/office/drawing/2014/chart" uri="{C3380CC4-5D6E-409C-BE32-E72D297353CC}">
                <c16:uniqueId val="{00000003-B962-4EDA-820C-6D24253F50A6}"/>
              </c:ext>
            </c:extLst>
          </c:dPt>
          <c:dPt>
            <c:idx val="2"/>
            <c:bubble3D val="0"/>
            <c:spPr>
              <a:solidFill>
                <a:schemeClr val="accent3">
                  <a:shade val="65000"/>
                </a:schemeClr>
              </a:solidFill>
              <a:ln w="31750">
                <a:solidFill>
                  <a:schemeClr val="lt1"/>
                </a:solidFill>
              </a:ln>
              <a:effectLst/>
            </c:spPr>
            <c:extLst>
              <c:ext xmlns:c16="http://schemas.microsoft.com/office/drawing/2014/chart" uri="{C3380CC4-5D6E-409C-BE32-E72D297353CC}">
                <c16:uniqueId val="{00000005-B962-4EDA-820C-6D24253F50A6}"/>
              </c:ext>
            </c:extLst>
          </c:dPt>
          <c:val>
            <c:numRef>
              <c:f>Sheet1!$B$2:$B$4</c:f>
              <c:numCache>
                <c:formatCode>General</c:formatCode>
                <c:ptCount val="3"/>
                <c:pt idx="0">
                  <c:v>50</c:v>
                </c:pt>
                <c:pt idx="1">
                  <c:v>50</c:v>
                </c:pt>
                <c:pt idx="2">
                  <c:v>50</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Sheet1!$A$2:$A$4</c15:sqref>
                        </c15:formulaRef>
                      </c:ext>
                    </c:extLst>
                    <c:strCache>
                      <c:ptCount val="3"/>
                      <c:pt idx="0">
                        <c:v>1st Qtr</c:v>
                      </c:pt>
                      <c:pt idx="1">
                        <c:v>2nd Qtr</c:v>
                      </c:pt>
                      <c:pt idx="2">
                        <c:v>3rd Qtr</c:v>
                      </c:pt>
                    </c:strCache>
                  </c:strRef>
                </c15:cat>
              </c15:filteredCategoryTitle>
            </c:ext>
            <c:ext xmlns:c16="http://schemas.microsoft.com/office/drawing/2014/chart" uri="{C3380CC4-5D6E-409C-BE32-E72D297353CC}">
              <c16:uniqueId val="{00000006-B962-4EDA-820C-6D24253F50A6}"/>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3">
  <a:schemeClr val="accent3"/>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2A0466-F06B-4519-A64F-E5B9AFE59521}" type="doc">
      <dgm:prSet loTypeId="urn:microsoft.com/office/officeart/2005/8/layout/vProcess5" loCatId="process" qsTypeId="urn:microsoft.com/office/officeart/2005/8/quickstyle/simple1" qsCatId="simple" csTypeId="urn:microsoft.com/office/officeart/2005/8/colors/accent1_2" csCatId="accent1" phldr="1"/>
      <dgm:spPr/>
    </dgm:pt>
    <dgm:pt modelId="{91FD7E09-3954-4837-9D96-AB706AE80DE9}">
      <dgm:prSet phldrT="[Text]"/>
      <dgm:spPr/>
      <dgm:t>
        <a:bodyPr/>
        <a:lstStyle/>
        <a:p>
          <a:r>
            <a:rPr lang="en-GB" dirty="0" smtClean="0"/>
            <a:t>Define the Market</a:t>
          </a:r>
        </a:p>
      </dgm:t>
    </dgm:pt>
    <dgm:pt modelId="{BDB013C8-FB9B-417B-B0B6-A9E38362F7FB}" type="parTrans" cxnId="{F8AAD827-EDEB-43B7-B69A-DC24328F7904}">
      <dgm:prSet/>
      <dgm:spPr/>
      <dgm:t>
        <a:bodyPr/>
        <a:lstStyle/>
        <a:p>
          <a:endParaRPr lang="en-US"/>
        </a:p>
      </dgm:t>
    </dgm:pt>
    <dgm:pt modelId="{B4034B3C-C64B-41AA-B63E-FB9FF6344418}" type="sibTrans" cxnId="{F8AAD827-EDEB-43B7-B69A-DC24328F7904}">
      <dgm:prSet/>
      <dgm:spPr/>
      <dgm:t>
        <a:bodyPr/>
        <a:lstStyle/>
        <a:p>
          <a:endParaRPr lang="en-US"/>
        </a:p>
      </dgm:t>
    </dgm:pt>
    <dgm:pt modelId="{12780F1C-583E-49DA-94C2-4C84831321E8}">
      <dgm:prSet phldrT="[Text]"/>
      <dgm:spPr/>
      <dgm:t>
        <a:bodyPr/>
        <a:lstStyle/>
        <a:p>
          <a:r>
            <a:rPr lang="en-GB" dirty="0" smtClean="0"/>
            <a:t>Develop the Offerings</a:t>
          </a:r>
          <a:endParaRPr lang="en-US" dirty="0"/>
        </a:p>
      </dgm:t>
    </dgm:pt>
    <dgm:pt modelId="{A0D2D287-FADF-492C-83FC-E2FCEB429188}" type="parTrans" cxnId="{9E900CF3-D35E-4CA6-8E0B-80CA1CA15B30}">
      <dgm:prSet/>
      <dgm:spPr/>
      <dgm:t>
        <a:bodyPr/>
        <a:lstStyle/>
        <a:p>
          <a:endParaRPr lang="en-US"/>
        </a:p>
      </dgm:t>
    </dgm:pt>
    <dgm:pt modelId="{B5E19884-9A4A-460D-8984-73B31FC6A38B}" type="sibTrans" cxnId="{9E900CF3-D35E-4CA6-8E0B-80CA1CA15B30}">
      <dgm:prSet/>
      <dgm:spPr/>
      <dgm:t>
        <a:bodyPr/>
        <a:lstStyle/>
        <a:p>
          <a:endParaRPr lang="en-US"/>
        </a:p>
      </dgm:t>
    </dgm:pt>
    <dgm:pt modelId="{0216F6C2-BA5C-478E-A19D-5DCBA12E17A0}">
      <dgm:prSet phldrT="[Text]"/>
      <dgm:spPr/>
      <dgm:t>
        <a:bodyPr/>
        <a:lstStyle/>
        <a:p>
          <a:r>
            <a:rPr lang="en-GB" dirty="0" smtClean="0"/>
            <a:t>Develop Strategic Assets</a:t>
          </a:r>
          <a:endParaRPr lang="en-US" dirty="0"/>
        </a:p>
      </dgm:t>
    </dgm:pt>
    <dgm:pt modelId="{74200BC1-A9C7-4342-A734-8A4EA72CA9D9}" type="parTrans" cxnId="{BE375DBA-D423-4B38-B1E5-0A2547515F6D}">
      <dgm:prSet/>
      <dgm:spPr/>
      <dgm:t>
        <a:bodyPr/>
        <a:lstStyle/>
        <a:p>
          <a:endParaRPr lang="en-US"/>
        </a:p>
      </dgm:t>
    </dgm:pt>
    <dgm:pt modelId="{48E7C41C-C3E4-475D-90FC-D324DC4B0AC7}" type="sibTrans" cxnId="{BE375DBA-D423-4B38-B1E5-0A2547515F6D}">
      <dgm:prSet/>
      <dgm:spPr/>
      <dgm:t>
        <a:bodyPr/>
        <a:lstStyle/>
        <a:p>
          <a:endParaRPr lang="en-US"/>
        </a:p>
      </dgm:t>
    </dgm:pt>
    <dgm:pt modelId="{C35D5CC7-6469-484B-8C61-813C48E59B5D}">
      <dgm:prSet phldrT="[Text]"/>
      <dgm:spPr/>
      <dgm:t>
        <a:bodyPr/>
        <a:lstStyle/>
        <a:p>
          <a:r>
            <a:rPr lang="en-GB" dirty="0" smtClean="0"/>
            <a:t>Prepare for Execution</a:t>
          </a:r>
          <a:endParaRPr lang="en-US" dirty="0"/>
        </a:p>
      </dgm:t>
    </dgm:pt>
    <dgm:pt modelId="{FB8F4526-3C1F-430C-82F3-241514C029CB}" type="parTrans" cxnId="{F0CB12D1-CC7E-497C-9F3F-BE3444AE778E}">
      <dgm:prSet/>
      <dgm:spPr/>
      <dgm:t>
        <a:bodyPr/>
        <a:lstStyle/>
        <a:p>
          <a:endParaRPr lang="en-US"/>
        </a:p>
      </dgm:t>
    </dgm:pt>
    <dgm:pt modelId="{AD23BA2E-DB09-4FAE-8E58-68AA4F1431B7}" type="sibTrans" cxnId="{F0CB12D1-CC7E-497C-9F3F-BE3444AE778E}">
      <dgm:prSet/>
      <dgm:spPr/>
      <dgm:t>
        <a:bodyPr/>
        <a:lstStyle/>
        <a:p>
          <a:endParaRPr lang="en-US"/>
        </a:p>
      </dgm:t>
    </dgm:pt>
    <dgm:pt modelId="{06E42A55-5E9E-4D15-83B9-15B6379C5B59}" type="pres">
      <dgm:prSet presAssocID="{272A0466-F06B-4519-A64F-E5B9AFE59521}" presName="outerComposite" presStyleCnt="0">
        <dgm:presLayoutVars>
          <dgm:chMax val="5"/>
          <dgm:dir/>
          <dgm:resizeHandles val="exact"/>
        </dgm:presLayoutVars>
      </dgm:prSet>
      <dgm:spPr/>
    </dgm:pt>
    <dgm:pt modelId="{2C458691-127E-46B0-8840-135389F3165F}" type="pres">
      <dgm:prSet presAssocID="{272A0466-F06B-4519-A64F-E5B9AFE59521}" presName="dummyMaxCanvas" presStyleCnt="0">
        <dgm:presLayoutVars/>
      </dgm:prSet>
      <dgm:spPr/>
    </dgm:pt>
    <dgm:pt modelId="{02B431E0-491A-4A29-BE45-09BC8D6F8719}" type="pres">
      <dgm:prSet presAssocID="{272A0466-F06B-4519-A64F-E5B9AFE59521}" presName="FourNodes_1" presStyleLbl="node1" presStyleIdx="0" presStyleCnt="4">
        <dgm:presLayoutVars>
          <dgm:bulletEnabled val="1"/>
        </dgm:presLayoutVars>
      </dgm:prSet>
      <dgm:spPr/>
      <dgm:t>
        <a:bodyPr/>
        <a:lstStyle/>
        <a:p>
          <a:endParaRPr lang="en-US"/>
        </a:p>
      </dgm:t>
    </dgm:pt>
    <dgm:pt modelId="{243DCE1D-900F-41FD-A5B9-869CFD8C0171}" type="pres">
      <dgm:prSet presAssocID="{272A0466-F06B-4519-A64F-E5B9AFE59521}" presName="FourNodes_2" presStyleLbl="node1" presStyleIdx="1" presStyleCnt="4">
        <dgm:presLayoutVars>
          <dgm:bulletEnabled val="1"/>
        </dgm:presLayoutVars>
      </dgm:prSet>
      <dgm:spPr/>
      <dgm:t>
        <a:bodyPr/>
        <a:lstStyle/>
        <a:p>
          <a:endParaRPr lang="en-US"/>
        </a:p>
      </dgm:t>
    </dgm:pt>
    <dgm:pt modelId="{D5D902AD-3368-4A50-A020-88D50BC4E75B}" type="pres">
      <dgm:prSet presAssocID="{272A0466-F06B-4519-A64F-E5B9AFE59521}" presName="FourNodes_3" presStyleLbl="node1" presStyleIdx="2" presStyleCnt="4">
        <dgm:presLayoutVars>
          <dgm:bulletEnabled val="1"/>
        </dgm:presLayoutVars>
      </dgm:prSet>
      <dgm:spPr/>
      <dgm:t>
        <a:bodyPr/>
        <a:lstStyle/>
        <a:p>
          <a:endParaRPr lang="en-US"/>
        </a:p>
      </dgm:t>
    </dgm:pt>
    <dgm:pt modelId="{1BD2294D-CBD2-44A5-A9E4-9C766BE5747C}" type="pres">
      <dgm:prSet presAssocID="{272A0466-F06B-4519-A64F-E5B9AFE59521}" presName="FourNodes_4" presStyleLbl="node1" presStyleIdx="3" presStyleCnt="4">
        <dgm:presLayoutVars>
          <dgm:bulletEnabled val="1"/>
        </dgm:presLayoutVars>
      </dgm:prSet>
      <dgm:spPr/>
      <dgm:t>
        <a:bodyPr/>
        <a:lstStyle/>
        <a:p>
          <a:endParaRPr lang="en-US"/>
        </a:p>
      </dgm:t>
    </dgm:pt>
    <dgm:pt modelId="{9E084F9C-5E33-4F3B-85E3-C500556D0C7A}" type="pres">
      <dgm:prSet presAssocID="{272A0466-F06B-4519-A64F-E5B9AFE59521}" presName="FourConn_1-2" presStyleLbl="fgAccFollowNode1" presStyleIdx="0" presStyleCnt="3">
        <dgm:presLayoutVars>
          <dgm:bulletEnabled val="1"/>
        </dgm:presLayoutVars>
      </dgm:prSet>
      <dgm:spPr/>
      <dgm:t>
        <a:bodyPr/>
        <a:lstStyle/>
        <a:p>
          <a:endParaRPr lang="en-US"/>
        </a:p>
      </dgm:t>
    </dgm:pt>
    <dgm:pt modelId="{FFC998B1-943F-4379-A7EC-9EC3DFD1AEA6}" type="pres">
      <dgm:prSet presAssocID="{272A0466-F06B-4519-A64F-E5B9AFE59521}" presName="FourConn_2-3" presStyleLbl="fgAccFollowNode1" presStyleIdx="1" presStyleCnt="3">
        <dgm:presLayoutVars>
          <dgm:bulletEnabled val="1"/>
        </dgm:presLayoutVars>
      </dgm:prSet>
      <dgm:spPr/>
      <dgm:t>
        <a:bodyPr/>
        <a:lstStyle/>
        <a:p>
          <a:endParaRPr lang="en-US"/>
        </a:p>
      </dgm:t>
    </dgm:pt>
    <dgm:pt modelId="{E09502AE-3BD3-406B-BDCC-4D39BAAAEBC6}" type="pres">
      <dgm:prSet presAssocID="{272A0466-F06B-4519-A64F-E5B9AFE59521}" presName="FourConn_3-4" presStyleLbl="fgAccFollowNode1" presStyleIdx="2" presStyleCnt="3">
        <dgm:presLayoutVars>
          <dgm:bulletEnabled val="1"/>
        </dgm:presLayoutVars>
      </dgm:prSet>
      <dgm:spPr/>
      <dgm:t>
        <a:bodyPr/>
        <a:lstStyle/>
        <a:p>
          <a:endParaRPr lang="en-US"/>
        </a:p>
      </dgm:t>
    </dgm:pt>
    <dgm:pt modelId="{E1B21636-D63D-47F1-AB7C-857FC34ADB78}" type="pres">
      <dgm:prSet presAssocID="{272A0466-F06B-4519-A64F-E5B9AFE59521}" presName="FourNodes_1_text" presStyleLbl="node1" presStyleIdx="3" presStyleCnt="4">
        <dgm:presLayoutVars>
          <dgm:bulletEnabled val="1"/>
        </dgm:presLayoutVars>
      </dgm:prSet>
      <dgm:spPr/>
      <dgm:t>
        <a:bodyPr/>
        <a:lstStyle/>
        <a:p>
          <a:endParaRPr lang="en-US"/>
        </a:p>
      </dgm:t>
    </dgm:pt>
    <dgm:pt modelId="{40C8C693-0369-4EF1-8177-2151732E6321}" type="pres">
      <dgm:prSet presAssocID="{272A0466-F06B-4519-A64F-E5B9AFE59521}" presName="FourNodes_2_text" presStyleLbl="node1" presStyleIdx="3" presStyleCnt="4">
        <dgm:presLayoutVars>
          <dgm:bulletEnabled val="1"/>
        </dgm:presLayoutVars>
      </dgm:prSet>
      <dgm:spPr/>
      <dgm:t>
        <a:bodyPr/>
        <a:lstStyle/>
        <a:p>
          <a:endParaRPr lang="en-US"/>
        </a:p>
      </dgm:t>
    </dgm:pt>
    <dgm:pt modelId="{CF21E76D-C902-4F39-B81A-98323102C06E}" type="pres">
      <dgm:prSet presAssocID="{272A0466-F06B-4519-A64F-E5B9AFE59521}" presName="FourNodes_3_text" presStyleLbl="node1" presStyleIdx="3" presStyleCnt="4">
        <dgm:presLayoutVars>
          <dgm:bulletEnabled val="1"/>
        </dgm:presLayoutVars>
      </dgm:prSet>
      <dgm:spPr/>
      <dgm:t>
        <a:bodyPr/>
        <a:lstStyle/>
        <a:p>
          <a:endParaRPr lang="en-US"/>
        </a:p>
      </dgm:t>
    </dgm:pt>
    <dgm:pt modelId="{2F800F80-6433-41A6-AB38-F531883F0EB3}" type="pres">
      <dgm:prSet presAssocID="{272A0466-F06B-4519-A64F-E5B9AFE59521}" presName="FourNodes_4_text" presStyleLbl="node1" presStyleIdx="3" presStyleCnt="4">
        <dgm:presLayoutVars>
          <dgm:bulletEnabled val="1"/>
        </dgm:presLayoutVars>
      </dgm:prSet>
      <dgm:spPr/>
      <dgm:t>
        <a:bodyPr/>
        <a:lstStyle/>
        <a:p>
          <a:endParaRPr lang="en-US"/>
        </a:p>
      </dgm:t>
    </dgm:pt>
  </dgm:ptLst>
  <dgm:cxnLst>
    <dgm:cxn modelId="{F0CB12D1-CC7E-497C-9F3F-BE3444AE778E}" srcId="{272A0466-F06B-4519-A64F-E5B9AFE59521}" destId="{C35D5CC7-6469-484B-8C61-813C48E59B5D}" srcOrd="3" destOrd="0" parTransId="{FB8F4526-3C1F-430C-82F3-241514C029CB}" sibTransId="{AD23BA2E-DB09-4FAE-8E58-68AA4F1431B7}"/>
    <dgm:cxn modelId="{D4147C54-A178-491F-A759-1A99C6D07969}" type="presOf" srcId="{B5E19884-9A4A-460D-8984-73B31FC6A38B}" destId="{FFC998B1-943F-4379-A7EC-9EC3DFD1AEA6}" srcOrd="0" destOrd="0" presId="urn:microsoft.com/office/officeart/2005/8/layout/vProcess5"/>
    <dgm:cxn modelId="{D013EACA-9682-4443-808F-36AE82655581}" type="presOf" srcId="{B4034B3C-C64B-41AA-B63E-FB9FF6344418}" destId="{9E084F9C-5E33-4F3B-85E3-C500556D0C7A}" srcOrd="0" destOrd="0" presId="urn:microsoft.com/office/officeart/2005/8/layout/vProcess5"/>
    <dgm:cxn modelId="{4F2E8363-2D65-47E0-8538-B33109F5BEE7}" type="presOf" srcId="{C35D5CC7-6469-484B-8C61-813C48E59B5D}" destId="{1BD2294D-CBD2-44A5-A9E4-9C766BE5747C}" srcOrd="0" destOrd="0" presId="urn:microsoft.com/office/officeart/2005/8/layout/vProcess5"/>
    <dgm:cxn modelId="{8AD6AC23-5A69-4B1B-9509-FA5ADFE01855}" type="presOf" srcId="{0216F6C2-BA5C-478E-A19D-5DCBA12E17A0}" destId="{CF21E76D-C902-4F39-B81A-98323102C06E}" srcOrd="1" destOrd="0" presId="urn:microsoft.com/office/officeart/2005/8/layout/vProcess5"/>
    <dgm:cxn modelId="{60451CDB-F057-4B58-B3F7-9CD7C74141FD}" type="presOf" srcId="{91FD7E09-3954-4837-9D96-AB706AE80DE9}" destId="{E1B21636-D63D-47F1-AB7C-857FC34ADB78}" srcOrd="1" destOrd="0" presId="urn:microsoft.com/office/officeart/2005/8/layout/vProcess5"/>
    <dgm:cxn modelId="{BE375DBA-D423-4B38-B1E5-0A2547515F6D}" srcId="{272A0466-F06B-4519-A64F-E5B9AFE59521}" destId="{0216F6C2-BA5C-478E-A19D-5DCBA12E17A0}" srcOrd="2" destOrd="0" parTransId="{74200BC1-A9C7-4342-A734-8A4EA72CA9D9}" sibTransId="{48E7C41C-C3E4-475D-90FC-D324DC4B0AC7}"/>
    <dgm:cxn modelId="{9E900CF3-D35E-4CA6-8E0B-80CA1CA15B30}" srcId="{272A0466-F06B-4519-A64F-E5B9AFE59521}" destId="{12780F1C-583E-49DA-94C2-4C84831321E8}" srcOrd="1" destOrd="0" parTransId="{A0D2D287-FADF-492C-83FC-E2FCEB429188}" sibTransId="{B5E19884-9A4A-460D-8984-73B31FC6A38B}"/>
    <dgm:cxn modelId="{1BD50E8F-4825-4B3B-8680-4363A88FE41F}" type="presOf" srcId="{91FD7E09-3954-4837-9D96-AB706AE80DE9}" destId="{02B431E0-491A-4A29-BE45-09BC8D6F8719}" srcOrd="0" destOrd="0" presId="urn:microsoft.com/office/officeart/2005/8/layout/vProcess5"/>
    <dgm:cxn modelId="{C8DCAA04-92C7-4CB6-BAC1-5C9668FB9FE9}" type="presOf" srcId="{C35D5CC7-6469-484B-8C61-813C48E59B5D}" destId="{2F800F80-6433-41A6-AB38-F531883F0EB3}" srcOrd="1" destOrd="0" presId="urn:microsoft.com/office/officeart/2005/8/layout/vProcess5"/>
    <dgm:cxn modelId="{FFD48842-49A3-4D8E-9D0C-4A21E461689C}" type="presOf" srcId="{272A0466-F06B-4519-A64F-E5B9AFE59521}" destId="{06E42A55-5E9E-4D15-83B9-15B6379C5B59}" srcOrd="0" destOrd="0" presId="urn:microsoft.com/office/officeart/2005/8/layout/vProcess5"/>
    <dgm:cxn modelId="{F8AAD827-EDEB-43B7-B69A-DC24328F7904}" srcId="{272A0466-F06B-4519-A64F-E5B9AFE59521}" destId="{91FD7E09-3954-4837-9D96-AB706AE80DE9}" srcOrd="0" destOrd="0" parTransId="{BDB013C8-FB9B-417B-B0B6-A9E38362F7FB}" sibTransId="{B4034B3C-C64B-41AA-B63E-FB9FF6344418}"/>
    <dgm:cxn modelId="{5E805B85-FCE7-4111-B078-296585662FDD}" type="presOf" srcId="{12780F1C-583E-49DA-94C2-4C84831321E8}" destId="{243DCE1D-900F-41FD-A5B9-869CFD8C0171}" srcOrd="0" destOrd="0" presId="urn:microsoft.com/office/officeart/2005/8/layout/vProcess5"/>
    <dgm:cxn modelId="{E2D82270-279E-463D-BD3A-2ABCFF23B7F9}" type="presOf" srcId="{0216F6C2-BA5C-478E-A19D-5DCBA12E17A0}" destId="{D5D902AD-3368-4A50-A020-88D50BC4E75B}" srcOrd="0" destOrd="0" presId="urn:microsoft.com/office/officeart/2005/8/layout/vProcess5"/>
    <dgm:cxn modelId="{5DF3E2D8-72EB-4DC6-AA90-5A2694B54E37}" type="presOf" srcId="{48E7C41C-C3E4-475D-90FC-D324DC4B0AC7}" destId="{E09502AE-3BD3-406B-BDCC-4D39BAAAEBC6}" srcOrd="0" destOrd="0" presId="urn:microsoft.com/office/officeart/2005/8/layout/vProcess5"/>
    <dgm:cxn modelId="{917F4359-F931-49FE-9982-48B8D7FBAB6D}" type="presOf" srcId="{12780F1C-583E-49DA-94C2-4C84831321E8}" destId="{40C8C693-0369-4EF1-8177-2151732E6321}" srcOrd="1" destOrd="0" presId="urn:microsoft.com/office/officeart/2005/8/layout/vProcess5"/>
    <dgm:cxn modelId="{49B1627D-7A6C-48B9-BA6C-32CCC8DDA9C5}" type="presParOf" srcId="{06E42A55-5E9E-4D15-83B9-15B6379C5B59}" destId="{2C458691-127E-46B0-8840-135389F3165F}" srcOrd="0" destOrd="0" presId="urn:microsoft.com/office/officeart/2005/8/layout/vProcess5"/>
    <dgm:cxn modelId="{760E0022-2446-4245-9D98-0CBC9D2CFB1A}" type="presParOf" srcId="{06E42A55-5E9E-4D15-83B9-15B6379C5B59}" destId="{02B431E0-491A-4A29-BE45-09BC8D6F8719}" srcOrd="1" destOrd="0" presId="urn:microsoft.com/office/officeart/2005/8/layout/vProcess5"/>
    <dgm:cxn modelId="{641493A4-CB5C-4689-BAC1-39527F5DCE9D}" type="presParOf" srcId="{06E42A55-5E9E-4D15-83B9-15B6379C5B59}" destId="{243DCE1D-900F-41FD-A5B9-869CFD8C0171}" srcOrd="2" destOrd="0" presId="urn:microsoft.com/office/officeart/2005/8/layout/vProcess5"/>
    <dgm:cxn modelId="{62396AA1-1412-42A5-B20A-0DDBF31655F6}" type="presParOf" srcId="{06E42A55-5E9E-4D15-83B9-15B6379C5B59}" destId="{D5D902AD-3368-4A50-A020-88D50BC4E75B}" srcOrd="3" destOrd="0" presId="urn:microsoft.com/office/officeart/2005/8/layout/vProcess5"/>
    <dgm:cxn modelId="{88F2291C-F3DB-4FA5-90AA-B62CD4794522}" type="presParOf" srcId="{06E42A55-5E9E-4D15-83B9-15B6379C5B59}" destId="{1BD2294D-CBD2-44A5-A9E4-9C766BE5747C}" srcOrd="4" destOrd="0" presId="urn:microsoft.com/office/officeart/2005/8/layout/vProcess5"/>
    <dgm:cxn modelId="{F07FCDD8-66A0-4B81-940D-8B4B08012689}" type="presParOf" srcId="{06E42A55-5E9E-4D15-83B9-15B6379C5B59}" destId="{9E084F9C-5E33-4F3B-85E3-C500556D0C7A}" srcOrd="5" destOrd="0" presId="urn:microsoft.com/office/officeart/2005/8/layout/vProcess5"/>
    <dgm:cxn modelId="{46B367DF-DE88-4A07-BC0E-1375D624637A}" type="presParOf" srcId="{06E42A55-5E9E-4D15-83B9-15B6379C5B59}" destId="{FFC998B1-943F-4379-A7EC-9EC3DFD1AEA6}" srcOrd="6" destOrd="0" presId="urn:microsoft.com/office/officeart/2005/8/layout/vProcess5"/>
    <dgm:cxn modelId="{FAEC49B1-B40F-40ED-A754-2653480602D2}" type="presParOf" srcId="{06E42A55-5E9E-4D15-83B9-15B6379C5B59}" destId="{E09502AE-3BD3-406B-BDCC-4D39BAAAEBC6}" srcOrd="7" destOrd="0" presId="urn:microsoft.com/office/officeart/2005/8/layout/vProcess5"/>
    <dgm:cxn modelId="{BCB31E5C-9AF3-42F8-888D-F8F98A57991A}" type="presParOf" srcId="{06E42A55-5E9E-4D15-83B9-15B6379C5B59}" destId="{E1B21636-D63D-47F1-AB7C-857FC34ADB78}" srcOrd="8" destOrd="0" presId="urn:microsoft.com/office/officeart/2005/8/layout/vProcess5"/>
    <dgm:cxn modelId="{853BA09F-83D0-4F83-ACC8-8A0E5BCFAD65}" type="presParOf" srcId="{06E42A55-5E9E-4D15-83B9-15B6379C5B59}" destId="{40C8C693-0369-4EF1-8177-2151732E6321}" srcOrd="9" destOrd="0" presId="urn:microsoft.com/office/officeart/2005/8/layout/vProcess5"/>
    <dgm:cxn modelId="{D508ABFB-1EE7-4672-9F3A-1C831BB52CB8}" type="presParOf" srcId="{06E42A55-5E9E-4D15-83B9-15B6379C5B59}" destId="{CF21E76D-C902-4F39-B81A-98323102C06E}" srcOrd="10" destOrd="0" presId="urn:microsoft.com/office/officeart/2005/8/layout/vProcess5"/>
    <dgm:cxn modelId="{4C1668F5-35FC-4051-B041-3CCA1A9A8FF2}" type="presParOf" srcId="{06E42A55-5E9E-4D15-83B9-15B6379C5B59}" destId="{2F800F80-6433-41A6-AB38-F531883F0EB3}"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72CFE0-ADE8-4569-BE4B-4A83F13FA56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C362196-0F3E-473A-BE97-A8CAE748AE15}">
      <dgm:prSet custT="1"/>
      <dgm:spPr/>
      <dgm:t>
        <a:bodyPr/>
        <a:lstStyle/>
        <a:p>
          <a:pPr algn="ctr" rtl="0"/>
          <a:r>
            <a:rPr lang="en-GB" sz="2400" b="1" dirty="0" smtClean="0"/>
            <a:t>Holistic approach to determine the impact of change introduction on the existing services and management processes</a:t>
          </a:r>
          <a:endParaRPr lang="en-US" sz="2400" b="1" dirty="0"/>
        </a:p>
      </dgm:t>
    </dgm:pt>
    <dgm:pt modelId="{18688A9C-F95F-4471-9CEF-57DA9D37D8DF}" type="parTrans" cxnId="{B53BCC69-6247-414A-A429-F7D695F563FE}">
      <dgm:prSet/>
      <dgm:spPr/>
      <dgm:t>
        <a:bodyPr/>
        <a:lstStyle/>
        <a:p>
          <a:endParaRPr lang="en-US"/>
        </a:p>
      </dgm:t>
    </dgm:pt>
    <dgm:pt modelId="{BADAE78C-31A2-49DD-90ED-5B15D3962241}" type="sibTrans" cxnId="{B53BCC69-6247-414A-A429-F7D695F563FE}">
      <dgm:prSet/>
      <dgm:spPr/>
      <dgm:t>
        <a:bodyPr/>
        <a:lstStyle/>
        <a:p>
          <a:endParaRPr lang="en-US"/>
        </a:p>
      </dgm:t>
    </dgm:pt>
    <dgm:pt modelId="{2A340F5C-377F-4034-9FC2-4E076428EB67}" type="pres">
      <dgm:prSet presAssocID="{6572CFE0-ADE8-4569-BE4B-4A83F13FA566}" presName="linear" presStyleCnt="0">
        <dgm:presLayoutVars>
          <dgm:animLvl val="lvl"/>
          <dgm:resizeHandles val="exact"/>
        </dgm:presLayoutVars>
      </dgm:prSet>
      <dgm:spPr/>
      <dgm:t>
        <a:bodyPr/>
        <a:lstStyle/>
        <a:p>
          <a:endParaRPr lang="en-US"/>
        </a:p>
      </dgm:t>
    </dgm:pt>
    <dgm:pt modelId="{6963BD02-23CB-4231-8C4C-341C9B78BA55}" type="pres">
      <dgm:prSet presAssocID="{EC362196-0F3E-473A-BE97-A8CAE748AE15}" presName="parentText" presStyleLbl="node1" presStyleIdx="0" presStyleCnt="1">
        <dgm:presLayoutVars>
          <dgm:chMax val="0"/>
          <dgm:bulletEnabled val="1"/>
        </dgm:presLayoutVars>
      </dgm:prSet>
      <dgm:spPr/>
      <dgm:t>
        <a:bodyPr/>
        <a:lstStyle/>
        <a:p>
          <a:endParaRPr lang="en-US"/>
        </a:p>
      </dgm:t>
    </dgm:pt>
  </dgm:ptLst>
  <dgm:cxnLst>
    <dgm:cxn modelId="{B53BCC69-6247-414A-A429-F7D695F563FE}" srcId="{6572CFE0-ADE8-4569-BE4B-4A83F13FA566}" destId="{EC362196-0F3E-473A-BE97-A8CAE748AE15}" srcOrd="0" destOrd="0" parTransId="{18688A9C-F95F-4471-9CEF-57DA9D37D8DF}" sibTransId="{BADAE78C-31A2-49DD-90ED-5B15D3962241}"/>
    <dgm:cxn modelId="{F08DB1B4-25F7-40E4-A518-B2EDB96BE51D}" type="presOf" srcId="{6572CFE0-ADE8-4569-BE4B-4A83F13FA566}" destId="{2A340F5C-377F-4034-9FC2-4E076428EB67}" srcOrd="0" destOrd="0" presId="urn:microsoft.com/office/officeart/2005/8/layout/vList2"/>
    <dgm:cxn modelId="{440B8235-EF0E-41B3-AD8A-066139C91723}" type="presOf" srcId="{EC362196-0F3E-473A-BE97-A8CAE748AE15}" destId="{6963BD02-23CB-4231-8C4C-341C9B78BA55}" srcOrd="0" destOrd="0" presId="urn:microsoft.com/office/officeart/2005/8/layout/vList2"/>
    <dgm:cxn modelId="{CD763185-A5DC-414F-B80B-9A94EA3BEF04}" type="presParOf" srcId="{2A340F5C-377F-4034-9FC2-4E076428EB67}" destId="{6963BD02-23CB-4231-8C4C-341C9B78BA5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CC8A644-547B-4F42-9EBE-9C8D1E41A9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066AA3D-5785-4F36-8D5E-47E0BB8C4203}">
      <dgm:prSet/>
      <dgm:spPr/>
      <dgm:t>
        <a:bodyPr/>
        <a:lstStyle/>
        <a:p>
          <a:pPr rtl="0"/>
          <a:r>
            <a:rPr lang="en-GB" dirty="0" smtClean="0"/>
            <a:t>Business Process A</a:t>
          </a:r>
          <a:endParaRPr lang="en-US" dirty="0"/>
        </a:p>
      </dgm:t>
    </dgm:pt>
    <dgm:pt modelId="{30A5BFA8-E080-4892-B825-F54A9494417F}" type="parTrans" cxnId="{05DF9413-8F5C-4E41-A9A7-B92D11561664}">
      <dgm:prSet/>
      <dgm:spPr/>
      <dgm:t>
        <a:bodyPr/>
        <a:lstStyle/>
        <a:p>
          <a:endParaRPr lang="en-US"/>
        </a:p>
      </dgm:t>
    </dgm:pt>
    <dgm:pt modelId="{ACE111BC-9DCB-48EA-817B-69800C0EFCDA}" type="sibTrans" cxnId="{05DF9413-8F5C-4E41-A9A7-B92D11561664}">
      <dgm:prSet/>
      <dgm:spPr/>
      <dgm:t>
        <a:bodyPr/>
        <a:lstStyle/>
        <a:p>
          <a:endParaRPr lang="en-US"/>
        </a:p>
      </dgm:t>
    </dgm:pt>
    <dgm:pt modelId="{8978E221-F395-4451-8160-6790FD14FC96}" type="pres">
      <dgm:prSet presAssocID="{2CC8A644-547B-4F42-9EBE-9C8D1E41A9E4}" presName="linear" presStyleCnt="0">
        <dgm:presLayoutVars>
          <dgm:animLvl val="lvl"/>
          <dgm:resizeHandles val="exact"/>
        </dgm:presLayoutVars>
      </dgm:prSet>
      <dgm:spPr/>
      <dgm:t>
        <a:bodyPr/>
        <a:lstStyle/>
        <a:p>
          <a:endParaRPr lang="en-US"/>
        </a:p>
      </dgm:t>
    </dgm:pt>
    <dgm:pt modelId="{0BECFA44-B099-472C-92E4-780035C304ED}" type="pres">
      <dgm:prSet presAssocID="{8066AA3D-5785-4F36-8D5E-47E0BB8C4203}" presName="parentText" presStyleLbl="node1" presStyleIdx="0" presStyleCnt="1">
        <dgm:presLayoutVars>
          <dgm:chMax val="0"/>
          <dgm:bulletEnabled val="1"/>
        </dgm:presLayoutVars>
      </dgm:prSet>
      <dgm:spPr/>
      <dgm:t>
        <a:bodyPr/>
        <a:lstStyle/>
        <a:p>
          <a:endParaRPr lang="en-US"/>
        </a:p>
      </dgm:t>
    </dgm:pt>
  </dgm:ptLst>
  <dgm:cxnLst>
    <dgm:cxn modelId="{ABD2D400-1068-495B-A175-1DC02D6F935E}" type="presOf" srcId="{8066AA3D-5785-4F36-8D5E-47E0BB8C4203}" destId="{0BECFA44-B099-472C-92E4-780035C304ED}" srcOrd="0" destOrd="0" presId="urn:microsoft.com/office/officeart/2005/8/layout/vList2"/>
    <dgm:cxn modelId="{32AB3946-AC14-4FE3-9FE8-A895FB9F7E6C}" type="presOf" srcId="{2CC8A644-547B-4F42-9EBE-9C8D1E41A9E4}" destId="{8978E221-F395-4451-8160-6790FD14FC96}" srcOrd="0" destOrd="0" presId="urn:microsoft.com/office/officeart/2005/8/layout/vList2"/>
    <dgm:cxn modelId="{05DF9413-8F5C-4E41-A9A7-B92D11561664}" srcId="{2CC8A644-547B-4F42-9EBE-9C8D1E41A9E4}" destId="{8066AA3D-5785-4F36-8D5E-47E0BB8C4203}" srcOrd="0" destOrd="0" parTransId="{30A5BFA8-E080-4892-B825-F54A9494417F}" sibTransId="{ACE111BC-9DCB-48EA-817B-69800C0EFCDA}"/>
    <dgm:cxn modelId="{FB0AE5FB-EC71-405D-A642-4438F52A50F8}" type="presParOf" srcId="{8978E221-F395-4451-8160-6790FD14FC96}" destId="{0BECFA44-B099-472C-92E4-780035C304E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CC8A644-547B-4F42-9EBE-9C8D1E41A9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978E221-F395-4451-8160-6790FD14FC96}" type="pres">
      <dgm:prSet presAssocID="{2CC8A644-547B-4F42-9EBE-9C8D1E41A9E4}" presName="linear" presStyleCnt="0">
        <dgm:presLayoutVars>
          <dgm:animLvl val="lvl"/>
          <dgm:resizeHandles val="exact"/>
        </dgm:presLayoutVars>
      </dgm:prSet>
      <dgm:spPr/>
      <dgm:t>
        <a:bodyPr/>
        <a:lstStyle/>
        <a:p>
          <a:endParaRPr lang="en-US"/>
        </a:p>
      </dgm:t>
    </dgm:pt>
  </dgm:ptLst>
  <dgm:cxnLst>
    <dgm:cxn modelId="{C383D789-1F37-420E-8AAB-2C94356C7628}" type="presOf" srcId="{2CC8A644-547B-4F42-9EBE-9C8D1E41A9E4}" destId="{8978E221-F395-4451-8160-6790FD14FC96}"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CC8A644-547B-4F42-9EBE-9C8D1E41A9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066AA3D-5785-4F36-8D5E-47E0BB8C4203}">
      <dgm:prSet/>
      <dgm:spPr/>
      <dgm:t>
        <a:bodyPr/>
        <a:lstStyle/>
        <a:p>
          <a:pPr rtl="0"/>
          <a:r>
            <a:rPr lang="en-GB" dirty="0" smtClean="0"/>
            <a:t>Business Process B</a:t>
          </a:r>
          <a:endParaRPr lang="en-US" dirty="0"/>
        </a:p>
      </dgm:t>
    </dgm:pt>
    <dgm:pt modelId="{30A5BFA8-E080-4892-B825-F54A9494417F}" type="parTrans" cxnId="{05DF9413-8F5C-4E41-A9A7-B92D11561664}">
      <dgm:prSet/>
      <dgm:spPr/>
      <dgm:t>
        <a:bodyPr/>
        <a:lstStyle/>
        <a:p>
          <a:endParaRPr lang="en-US"/>
        </a:p>
      </dgm:t>
    </dgm:pt>
    <dgm:pt modelId="{ACE111BC-9DCB-48EA-817B-69800C0EFCDA}" type="sibTrans" cxnId="{05DF9413-8F5C-4E41-A9A7-B92D11561664}">
      <dgm:prSet/>
      <dgm:spPr/>
      <dgm:t>
        <a:bodyPr/>
        <a:lstStyle/>
        <a:p>
          <a:endParaRPr lang="en-US"/>
        </a:p>
      </dgm:t>
    </dgm:pt>
    <dgm:pt modelId="{8978E221-F395-4451-8160-6790FD14FC96}" type="pres">
      <dgm:prSet presAssocID="{2CC8A644-547B-4F42-9EBE-9C8D1E41A9E4}" presName="linear" presStyleCnt="0">
        <dgm:presLayoutVars>
          <dgm:animLvl val="lvl"/>
          <dgm:resizeHandles val="exact"/>
        </dgm:presLayoutVars>
      </dgm:prSet>
      <dgm:spPr/>
      <dgm:t>
        <a:bodyPr/>
        <a:lstStyle/>
        <a:p>
          <a:endParaRPr lang="en-US"/>
        </a:p>
      </dgm:t>
    </dgm:pt>
    <dgm:pt modelId="{0BECFA44-B099-472C-92E4-780035C304ED}" type="pres">
      <dgm:prSet presAssocID="{8066AA3D-5785-4F36-8D5E-47E0BB8C4203}" presName="parentText" presStyleLbl="node1" presStyleIdx="0" presStyleCnt="1">
        <dgm:presLayoutVars>
          <dgm:chMax val="0"/>
          <dgm:bulletEnabled val="1"/>
        </dgm:presLayoutVars>
      </dgm:prSet>
      <dgm:spPr/>
      <dgm:t>
        <a:bodyPr/>
        <a:lstStyle/>
        <a:p>
          <a:endParaRPr lang="en-US"/>
        </a:p>
      </dgm:t>
    </dgm:pt>
  </dgm:ptLst>
  <dgm:cxnLst>
    <dgm:cxn modelId="{D5252105-F72F-4A2A-B0D3-D640A876B308}" type="presOf" srcId="{8066AA3D-5785-4F36-8D5E-47E0BB8C4203}" destId="{0BECFA44-B099-472C-92E4-780035C304ED}" srcOrd="0" destOrd="0" presId="urn:microsoft.com/office/officeart/2005/8/layout/vList2"/>
    <dgm:cxn modelId="{05DF9413-8F5C-4E41-A9A7-B92D11561664}" srcId="{2CC8A644-547B-4F42-9EBE-9C8D1E41A9E4}" destId="{8066AA3D-5785-4F36-8D5E-47E0BB8C4203}" srcOrd="0" destOrd="0" parTransId="{30A5BFA8-E080-4892-B825-F54A9494417F}" sibTransId="{ACE111BC-9DCB-48EA-817B-69800C0EFCDA}"/>
    <dgm:cxn modelId="{162DEB18-2582-432C-8FDA-33717DC7ED51}" type="presOf" srcId="{2CC8A644-547B-4F42-9EBE-9C8D1E41A9E4}" destId="{8978E221-F395-4451-8160-6790FD14FC96}" srcOrd="0" destOrd="0" presId="urn:microsoft.com/office/officeart/2005/8/layout/vList2"/>
    <dgm:cxn modelId="{7DFCE833-7E4D-49BB-B4B9-D86D0012623D}" type="presParOf" srcId="{8978E221-F395-4451-8160-6790FD14FC96}" destId="{0BECFA44-B099-472C-92E4-780035C304ED}"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CC8A644-547B-4F42-9EBE-9C8D1E41A9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066AA3D-5785-4F36-8D5E-47E0BB8C4203}">
      <dgm:prSet/>
      <dgm:spPr/>
      <dgm:t>
        <a:bodyPr/>
        <a:lstStyle/>
        <a:p>
          <a:pPr rtl="0"/>
          <a:r>
            <a:rPr lang="en-GB" dirty="0" smtClean="0"/>
            <a:t>Business Process C</a:t>
          </a:r>
          <a:endParaRPr lang="en-US" dirty="0"/>
        </a:p>
      </dgm:t>
    </dgm:pt>
    <dgm:pt modelId="{30A5BFA8-E080-4892-B825-F54A9494417F}" type="parTrans" cxnId="{05DF9413-8F5C-4E41-A9A7-B92D11561664}">
      <dgm:prSet/>
      <dgm:spPr/>
      <dgm:t>
        <a:bodyPr/>
        <a:lstStyle/>
        <a:p>
          <a:endParaRPr lang="en-US"/>
        </a:p>
      </dgm:t>
    </dgm:pt>
    <dgm:pt modelId="{ACE111BC-9DCB-48EA-817B-69800C0EFCDA}" type="sibTrans" cxnId="{05DF9413-8F5C-4E41-A9A7-B92D11561664}">
      <dgm:prSet/>
      <dgm:spPr/>
      <dgm:t>
        <a:bodyPr/>
        <a:lstStyle/>
        <a:p>
          <a:endParaRPr lang="en-US"/>
        </a:p>
      </dgm:t>
    </dgm:pt>
    <dgm:pt modelId="{8978E221-F395-4451-8160-6790FD14FC96}" type="pres">
      <dgm:prSet presAssocID="{2CC8A644-547B-4F42-9EBE-9C8D1E41A9E4}" presName="linear" presStyleCnt="0">
        <dgm:presLayoutVars>
          <dgm:animLvl val="lvl"/>
          <dgm:resizeHandles val="exact"/>
        </dgm:presLayoutVars>
      </dgm:prSet>
      <dgm:spPr/>
      <dgm:t>
        <a:bodyPr/>
        <a:lstStyle/>
        <a:p>
          <a:endParaRPr lang="en-US"/>
        </a:p>
      </dgm:t>
    </dgm:pt>
    <dgm:pt modelId="{0BECFA44-B099-472C-92E4-780035C304ED}" type="pres">
      <dgm:prSet presAssocID="{8066AA3D-5785-4F36-8D5E-47E0BB8C4203}" presName="parentText" presStyleLbl="node1" presStyleIdx="0" presStyleCnt="1">
        <dgm:presLayoutVars>
          <dgm:chMax val="0"/>
          <dgm:bulletEnabled val="1"/>
        </dgm:presLayoutVars>
      </dgm:prSet>
      <dgm:spPr/>
      <dgm:t>
        <a:bodyPr/>
        <a:lstStyle/>
        <a:p>
          <a:endParaRPr lang="en-US"/>
        </a:p>
      </dgm:t>
    </dgm:pt>
  </dgm:ptLst>
  <dgm:cxnLst>
    <dgm:cxn modelId="{8F65973B-FD94-4727-B104-291D7BCBA2F6}" type="presOf" srcId="{2CC8A644-547B-4F42-9EBE-9C8D1E41A9E4}" destId="{8978E221-F395-4451-8160-6790FD14FC96}" srcOrd="0" destOrd="0" presId="urn:microsoft.com/office/officeart/2005/8/layout/vList2"/>
    <dgm:cxn modelId="{45A667D8-A8C4-4DB1-9283-9A22F4F81FB1}" type="presOf" srcId="{8066AA3D-5785-4F36-8D5E-47E0BB8C4203}" destId="{0BECFA44-B099-472C-92E4-780035C304ED}" srcOrd="0" destOrd="0" presId="urn:microsoft.com/office/officeart/2005/8/layout/vList2"/>
    <dgm:cxn modelId="{05DF9413-8F5C-4E41-A9A7-B92D11561664}" srcId="{2CC8A644-547B-4F42-9EBE-9C8D1E41A9E4}" destId="{8066AA3D-5785-4F36-8D5E-47E0BB8C4203}" srcOrd="0" destOrd="0" parTransId="{30A5BFA8-E080-4892-B825-F54A9494417F}" sibTransId="{ACE111BC-9DCB-48EA-817B-69800C0EFCDA}"/>
    <dgm:cxn modelId="{AF2CE096-98C4-4C3D-9D15-C79D22F7AF58}" type="presParOf" srcId="{8978E221-F395-4451-8160-6790FD14FC96}" destId="{0BECFA44-B099-472C-92E4-780035C304ED}"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2FC5AAB-071E-4674-89C5-3C5861C08B74}"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85C0B8F0-76F8-45B2-8BC4-9A545EC8CE7E}">
      <dgm:prSet/>
      <dgm:spPr>
        <a:solidFill>
          <a:srgbClr val="C00000"/>
        </a:solidFill>
      </dgm:spPr>
      <dgm:t>
        <a:bodyPr/>
        <a:lstStyle/>
        <a:p>
          <a:pPr rtl="0"/>
          <a:r>
            <a:rPr lang="en-GB" dirty="0" smtClean="0"/>
            <a:t>Business Service Catalogue</a:t>
          </a:r>
          <a:endParaRPr lang="en-US" dirty="0"/>
        </a:p>
      </dgm:t>
    </dgm:pt>
    <dgm:pt modelId="{94A0837C-6E43-4711-8972-A65303BD4FAF}" type="parTrans" cxnId="{5F1F9876-6204-4AFA-B8B8-4251AB3191CC}">
      <dgm:prSet/>
      <dgm:spPr/>
      <dgm:t>
        <a:bodyPr/>
        <a:lstStyle/>
        <a:p>
          <a:endParaRPr lang="en-US"/>
        </a:p>
      </dgm:t>
    </dgm:pt>
    <dgm:pt modelId="{DC1CE498-ADD2-4BDA-B005-4E221FEEC468}" type="sibTrans" cxnId="{5F1F9876-6204-4AFA-B8B8-4251AB3191CC}">
      <dgm:prSet/>
      <dgm:spPr/>
      <dgm:t>
        <a:bodyPr/>
        <a:lstStyle/>
        <a:p>
          <a:endParaRPr lang="en-US"/>
        </a:p>
      </dgm:t>
    </dgm:pt>
    <dgm:pt modelId="{0E438F4C-4A91-4868-841A-D9DD2F8B722A}" type="pres">
      <dgm:prSet presAssocID="{22FC5AAB-071E-4674-89C5-3C5861C08B74}" presName="Name0" presStyleCnt="0">
        <dgm:presLayoutVars>
          <dgm:dir/>
          <dgm:resizeHandles val="exact"/>
        </dgm:presLayoutVars>
      </dgm:prSet>
      <dgm:spPr/>
      <dgm:t>
        <a:bodyPr/>
        <a:lstStyle/>
        <a:p>
          <a:endParaRPr lang="en-US"/>
        </a:p>
      </dgm:t>
    </dgm:pt>
    <dgm:pt modelId="{AA13CC48-B0FD-4989-B8EC-04E766D314A1}" type="pres">
      <dgm:prSet presAssocID="{85C0B8F0-76F8-45B2-8BC4-9A545EC8CE7E}" presName="node" presStyleLbl="node1" presStyleIdx="0" presStyleCnt="1">
        <dgm:presLayoutVars>
          <dgm:bulletEnabled val="1"/>
        </dgm:presLayoutVars>
      </dgm:prSet>
      <dgm:spPr/>
      <dgm:t>
        <a:bodyPr/>
        <a:lstStyle/>
        <a:p>
          <a:endParaRPr lang="en-US"/>
        </a:p>
      </dgm:t>
    </dgm:pt>
  </dgm:ptLst>
  <dgm:cxnLst>
    <dgm:cxn modelId="{5F1F9876-6204-4AFA-B8B8-4251AB3191CC}" srcId="{22FC5AAB-071E-4674-89C5-3C5861C08B74}" destId="{85C0B8F0-76F8-45B2-8BC4-9A545EC8CE7E}" srcOrd="0" destOrd="0" parTransId="{94A0837C-6E43-4711-8972-A65303BD4FAF}" sibTransId="{DC1CE498-ADD2-4BDA-B005-4E221FEEC468}"/>
    <dgm:cxn modelId="{E7CE905D-6C6C-48FE-A28B-18A44130FD00}" type="presOf" srcId="{85C0B8F0-76F8-45B2-8BC4-9A545EC8CE7E}" destId="{AA13CC48-B0FD-4989-B8EC-04E766D314A1}" srcOrd="0" destOrd="0" presId="urn:microsoft.com/office/officeart/2005/8/layout/process1"/>
    <dgm:cxn modelId="{7290F365-4B08-40A4-88A0-A661B95A7E09}" type="presOf" srcId="{22FC5AAB-071E-4674-89C5-3C5861C08B74}" destId="{0E438F4C-4A91-4868-841A-D9DD2F8B722A}" srcOrd="0" destOrd="0" presId="urn:microsoft.com/office/officeart/2005/8/layout/process1"/>
    <dgm:cxn modelId="{2AEFE289-AB2A-46C0-832B-66BEAF37A488}" type="presParOf" srcId="{0E438F4C-4A91-4868-841A-D9DD2F8B722A}" destId="{AA13CC48-B0FD-4989-B8EC-04E766D314A1}" srcOrd="0" destOrd="0" presId="urn:microsoft.com/office/officeart/2005/8/layout/process1"/>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CC8A644-547B-4F42-9EBE-9C8D1E41A9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066AA3D-5785-4F36-8D5E-47E0BB8C4203}">
      <dgm:prSet/>
      <dgm:spPr/>
      <dgm:t>
        <a:bodyPr/>
        <a:lstStyle/>
        <a:p>
          <a:pPr rtl="0"/>
          <a:r>
            <a:rPr lang="en-GB" dirty="0" smtClean="0"/>
            <a:t>Service 1</a:t>
          </a:r>
          <a:endParaRPr lang="en-US" dirty="0"/>
        </a:p>
      </dgm:t>
    </dgm:pt>
    <dgm:pt modelId="{30A5BFA8-E080-4892-B825-F54A9494417F}" type="parTrans" cxnId="{05DF9413-8F5C-4E41-A9A7-B92D11561664}">
      <dgm:prSet/>
      <dgm:spPr/>
      <dgm:t>
        <a:bodyPr/>
        <a:lstStyle/>
        <a:p>
          <a:endParaRPr lang="en-US"/>
        </a:p>
      </dgm:t>
    </dgm:pt>
    <dgm:pt modelId="{ACE111BC-9DCB-48EA-817B-69800C0EFCDA}" type="sibTrans" cxnId="{05DF9413-8F5C-4E41-A9A7-B92D11561664}">
      <dgm:prSet/>
      <dgm:spPr/>
      <dgm:t>
        <a:bodyPr/>
        <a:lstStyle/>
        <a:p>
          <a:endParaRPr lang="en-US"/>
        </a:p>
      </dgm:t>
    </dgm:pt>
    <dgm:pt modelId="{8978E221-F395-4451-8160-6790FD14FC96}" type="pres">
      <dgm:prSet presAssocID="{2CC8A644-547B-4F42-9EBE-9C8D1E41A9E4}" presName="linear" presStyleCnt="0">
        <dgm:presLayoutVars>
          <dgm:animLvl val="lvl"/>
          <dgm:resizeHandles val="exact"/>
        </dgm:presLayoutVars>
      </dgm:prSet>
      <dgm:spPr/>
      <dgm:t>
        <a:bodyPr/>
        <a:lstStyle/>
        <a:p>
          <a:endParaRPr lang="en-US"/>
        </a:p>
      </dgm:t>
    </dgm:pt>
    <dgm:pt modelId="{0BECFA44-B099-472C-92E4-780035C304ED}" type="pres">
      <dgm:prSet presAssocID="{8066AA3D-5785-4F36-8D5E-47E0BB8C4203}" presName="parentText" presStyleLbl="node1" presStyleIdx="0" presStyleCnt="1">
        <dgm:presLayoutVars>
          <dgm:chMax val="0"/>
          <dgm:bulletEnabled val="1"/>
        </dgm:presLayoutVars>
      </dgm:prSet>
      <dgm:spPr/>
      <dgm:t>
        <a:bodyPr/>
        <a:lstStyle/>
        <a:p>
          <a:endParaRPr lang="en-US"/>
        </a:p>
      </dgm:t>
    </dgm:pt>
  </dgm:ptLst>
  <dgm:cxnLst>
    <dgm:cxn modelId="{05DF9413-8F5C-4E41-A9A7-B92D11561664}" srcId="{2CC8A644-547B-4F42-9EBE-9C8D1E41A9E4}" destId="{8066AA3D-5785-4F36-8D5E-47E0BB8C4203}" srcOrd="0" destOrd="0" parTransId="{30A5BFA8-E080-4892-B825-F54A9494417F}" sibTransId="{ACE111BC-9DCB-48EA-817B-69800C0EFCDA}"/>
    <dgm:cxn modelId="{6C573539-AA77-41A5-88D7-7C581089FE2F}" type="presOf" srcId="{8066AA3D-5785-4F36-8D5E-47E0BB8C4203}" destId="{0BECFA44-B099-472C-92E4-780035C304ED}" srcOrd="0" destOrd="0" presId="urn:microsoft.com/office/officeart/2005/8/layout/vList2"/>
    <dgm:cxn modelId="{E48F5AF4-1C37-45B7-AAB5-D86413BCF2FF}" type="presOf" srcId="{2CC8A644-547B-4F42-9EBE-9C8D1E41A9E4}" destId="{8978E221-F395-4451-8160-6790FD14FC96}" srcOrd="0" destOrd="0" presId="urn:microsoft.com/office/officeart/2005/8/layout/vList2"/>
    <dgm:cxn modelId="{670B3473-48A4-45D0-A970-B3456FF64F05}" type="presParOf" srcId="{8978E221-F395-4451-8160-6790FD14FC96}" destId="{0BECFA44-B099-472C-92E4-780035C304ED}"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CC8A644-547B-4F42-9EBE-9C8D1E41A9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066AA3D-5785-4F36-8D5E-47E0BB8C4203}">
      <dgm:prSet/>
      <dgm:spPr/>
      <dgm:t>
        <a:bodyPr/>
        <a:lstStyle/>
        <a:p>
          <a:pPr rtl="0"/>
          <a:r>
            <a:rPr lang="en-GB" dirty="0" smtClean="0"/>
            <a:t>Service 2</a:t>
          </a:r>
          <a:endParaRPr lang="en-US" dirty="0"/>
        </a:p>
      </dgm:t>
    </dgm:pt>
    <dgm:pt modelId="{30A5BFA8-E080-4892-B825-F54A9494417F}" type="parTrans" cxnId="{05DF9413-8F5C-4E41-A9A7-B92D11561664}">
      <dgm:prSet/>
      <dgm:spPr/>
      <dgm:t>
        <a:bodyPr/>
        <a:lstStyle/>
        <a:p>
          <a:endParaRPr lang="en-US"/>
        </a:p>
      </dgm:t>
    </dgm:pt>
    <dgm:pt modelId="{ACE111BC-9DCB-48EA-817B-69800C0EFCDA}" type="sibTrans" cxnId="{05DF9413-8F5C-4E41-A9A7-B92D11561664}">
      <dgm:prSet/>
      <dgm:spPr/>
      <dgm:t>
        <a:bodyPr/>
        <a:lstStyle/>
        <a:p>
          <a:endParaRPr lang="en-US"/>
        </a:p>
      </dgm:t>
    </dgm:pt>
    <dgm:pt modelId="{8978E221-F395-4451-8160-6790FD14FC96}" type="pres">
      <dgm:prSet presAssocID="{2CC8A644-547B-4F42-9EBE-9C8D1E41A9E4}" presName="linear" presStyleCnt="0">
        <dgm:presLayoutVars>
          <dgm:animLvl val="lvl"/>
          <dgm:resizeHandles val="exact"/>
        </dgm:presLayoutVars>
      </dgm:prSet>
      <dgm:spPr/>
      <dgm:t>
        <a:bodyPr/>
        <a:lstStyle/>
        <a:p>
          <a:endParaRPr lang="en-US"/>
        </a:p>
      </dgm:t>
    </dgm:pt>
    <dgm:pt modelId="{0BECFA44-B099-472C-92E4-780035C304ED}" type="pres">
      <dgm:prSet presAssocID="{8066AA3D-5785-4F36-8D5E-47E0BB8C4203}" presName="parentText" presStyleLbl="node1" presStyleIdx="0" presStyleCnt="1">
        <dgm:presLayoutVars>
          <dgm:chMax val="0"/>
          <dgm:bulletEnabled val="1"/>
        </dgm:presLayoutVars>
      </dgm:prSet>
      <dgm:spPr/>
      <dgm:t>
        <a:bodyPr/>
        <a:lstStyle/>
        <a:p>
          <a:endParaRPr lang="en-US"/>
        </a:p>
      </dgm:t>
    </dgm:pt>
  </dgm:ptLst>
  <dgm:cxnLst>
    <dgm:cxn modelId="{AA0E2101-96C3-4176-8DF7-B5F1C5E24D73}" type="presOf" srcId="{8066AA3D-5785-4F36-8D5E-47E0BB8C4203}" destId="{0BECFA44-B099-472C-92E4-780035C304ED}" srcOrd="0" destOrd="0" presId="urn:microsoft.com/office/officeart/2005/8/layout/vList2"/>
    <dgm:cxn modelId="{C42E30AD-A434-4EB0-9E81-1524C4536945}" type="presOf" srcId="{2CC8A644-547B-4F42-9EBE-9C8D1E41A9E4}" destId="{8978E221-F395-4451-8160-6790FD14FC96}" srcOrd="0" destOrd="0" presId="urn:microsoft.com/office/officeart/2005/8/layout/vList2"/>
    <dgm:cxn modelId="{05DF9413-8F5C-4E41-A9A7-B92D11561664}" srcId="{2CC8A644-547B-4F42-9EBE-9C8D1E41A9E4}" destId="{8066AA3D-5785-4F36-8D5E-47E0BB8C4203}" srcOrd="0" destOrd="0" parTransId="{30A5BFA8-E080-4892-B825-F54A9494417F}" sibTransId="{ACE111BC-9DCB-48EA-817B-69800C0EFCDA}"/>
    <dgm:cxn modelId="{CE95E323-B88E-4619-A170-0A99C9E07230}" type="presParOf" srcId="{8978E221-F395-4451-8160-6790FD14FC96}" destId="{0BECFA44-B099-472C-92E4-780035C304ED}" srcOrd="0" destOrd="0" presId="urn:microsoft.com/office/officeart/2005/8/layout/vList2"/>
  </dgm:cxnLst>
  <dgm:bg/>
  <dgm:whole/>
  <dgm:extLst>
    <a:ext uri="http://schemas.microsoft.com/office/drawing/2008/diagram">
      <dsp:dataModelExt xmlns:dsp="http://schemas.microsoft.com/office/drawing/2008/diagram" relId="rId3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CC8A644-547B-4F42-9EBE-9C8D1E41A9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066AA3D-5785-4F36-8D5E-47E0BB8C4203}">
      <dgm:prSet/>
      <dgm:spPr/>
      <dgm:t>
        <a:bodyPr/>
        <a:lstStyle/>
        <a:p>
          <a:pPr rtl="0"/>
          <a:r>
            <a:rPr lang="en-GB" dirty="0" smtClean="0"/>
            <a:t>Service 3</a:t>
          </a:r>
          <a:endParaRPr lang="en-US" dirty="0"/>
        </a:p>
      </dgm:t>
    </dgm:pt>
    <dgm:pt modelId="{30A5BFA8-E080-4892-B825-F54A9494417F}" type="parTrans" cxnId="{05DF9413-8F5C-4E41-A9A7-B92D11561664}">
      <dgm:prSet/>
      <dgm:spPr/>
      <dgm:t>
        <a:bodyPr/>
        <a:lstStyle/>
        <a:p>
          <a:endParaRPr lang="en-US"/>
        </a:p>
      </dgm:t>
    </dgm:pt>
    <dgm:pt modelId="{ACE111BC-9DCB-48EA-817B-69800C0EFCDA}" type="sibTrans" cxnId="{05DF9413-8F5C-4E41-A9A7-B92D11561664}">
      <dgm:prSet/>
      <dgm:spPr/>
      <dgm:t>
        <a:bodyPr/>
        <a:lstStyle/>
        <a:p>
          <a:endParaRPr lang="en-US"/>
        </a:p>
      </dgm:t>
    </dgm:pt>
    <dgm:pt modelId="{8978E221-F395-4451-8160-6790FD14FC96}" type="pres">
      <dgm:prSet presAssocID="{2CC8A644-547B-4F42-9EBE-9C8D1E41A9E4}" presName="linear" presStyleCnt="0">
        <dgm:presLayoutVars>
          <dgm:animLvl val="lvl"/>
          <dgm:resizeHandles val="exact"/>
        </dgm:presLayoutVars>
      </dgm:prSet>
      <dgm:spPr/>
      <dgm:t>
        <a:bodyPr/>
        <a:lstStyle/>
        <a:p>
          <a:endParaRPr lang="en-US"/>
        </a:p>
      </dgm:t>
    </dgm:pt>
    <dgm:pt modelId="{0BECFA44-B099-472C-92E4-780035C304ED}" type="pres">
      <dgm:prSet presAssocID="{8066AA3D-5785-4F36-8D5E-47E0BB8C4203}" presName="parentText" presStyleLbl="node1" presStyleIdx="0" presStyleCnt="1">
        <dgm:presLayoutVars>
          <dgm:chMax val="0"/>
          <dgm:bulletEnabled val="1"/>
        </dgm:presLayoutVars>
      </dgm:prSet>
      <dgm:spPr/>
      <dgm:t>
        <a:bodyPr/>
        <a:lstStyle/>
        <a:p>
          <a:endParaRPr lang="en-US"/>
        </a:p>
      </dgm:t>
    </dgm:pt>
  </dgm:ptLst>
  <dgm:cxnLst>
    <dgm:cxn modelId="{72A0D6DA-18D3-4728-96BE-BC5DCBE261DF}" type="presOf" srcId="{8066AA3D-5785-4F36-8D5E-47E0BB8C4203}" destId="{0BECFA44-B099-472C-92E4-780035C304ED}" srcOrd="0" destOrd="0" presId="urn:microsoft.com/office/officeart/2005/8/layout/vList2"/>
    <dgm:cxn modelId="{62C08598-50B2-4F21-9783-074C709455FC}" type="presOf" srcId="{2CC8A644-547B-4F42-9EBE-9C8D1E41A9E4}" destId="{8978E221-F395-4451-8160-6790FD14FC96}" srcOrd="0" destOrd="0" presId="urn:microsoft.com/office/officeart/2005/8/layout/vList2"/>
    <dgm:cxn modelId="{05DF9413-8F5C-4E41-A9A7-B92D11561664}" srcId="{2CC8A644-547B-4F42-9EBE-9C8D1E41A9E4}" destId="{8066AA3D-5785-4F36-8D5E-47E0BB8C4203}" srcOrd="0" destOrd="0" parTransId="{30A5BFA8-E080-4892-B825-F54A9494417F}" sibTransId="{ACE111BC-9DCB-48EA-817B-69800C0EFCDA}"/>
    <dgm:cxn modelId="{35FF99AE-AC28-42CA-BFCD-560730DA6D25}" type="presParOf" srcId="{8978E221-F395-4451-8160-6790FD14FC96}" destId="{0BECFA44-B099-472C-92E4-780035C304ED}" srcOrd="0" destOrd="0" presId="urn:microsoft.com/office/officeart/2005/8/layout/vList2"/>
  </dgm:cxnLst>
  <dgm:bg/>
  <dgm:whole/>
  <dgm:extLst>
    <a:ext uri="http://schemas.microsoft.com/office/drawing/2008/diagram">
      <dsp:dataModelExt xmlns:dsp="http://schemas.microsoft.com/office/drawing/2008/diagram" relId="rId4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CC8A644-547B-4F42-9EBE-9C8D1E41A9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066AA3D-5785-4F36-8D5E-47E0BB8C4203}">
      <dgm:prSet/>
      <dgm:spPr/>
      <dgm:t>
        <a:bodyPr/>
        <a:lstStyle/>
        <a:p>
          <a:pPr rtl="0"/>
          <a:r>
            <a:rPr lang="en-GB" dirty="0" smtClean="0"/>
            <a:t>Service 4</a:t>
          </a:r>
          <a:endParaRPr lang="en-US" dirty="0"/>
        </a:p>
      </dgm:t>
    </dgm:pt>
    <dgm:pt modelId="{30A5BFA8-E080-4892-B825-F54A9494417F}" type="parTrans" cxnId="{05DF9413-8F5C-4E41-A9A7-B92D11561664}">
      <dgm:prSet/>
      <dgm:spPr/>
      <dgm:t>
        <a:bodyPr/>
        <a:lstStyle/>
        <a:p>
          <a:endParaRPr lang="en-US"/>
        </a:p>
      </dgm:t>
    </dgm:pt>
    <dgm:pt modelId="{ACE111BC-9DCB-48EA-817B-69800C0EFCDA}" type="sibTrans" cxnId="{05DF9413-8F5C-4E41-A9A7-B92D11561664}">
      <dgm:prSet/>
      <dgm:spPr/>
      <dgm:t>
        <a:bodyPr/>
        <a:lstStyle/>
        <a:p>
          <a:endParaRPr lang="en-US"/>
        </a:p>
      </dgm:t>
    </dgm:pt>
    <dgm:pt modelId="{8978E221-F395-4451-8160-6790FD14FC96}" type="pres">
      <dgm:prSet presAssocID="{2CC8A644-547B-4F42-9EBE-9C8D1E41A9E4}" presName="linear" presStyleCnt="0">
        <dgm:presLayoutVars>
          <dgm:animLvl val="lvl"/>
          <dgm:resizeHandles val="exact"/>
        </dgm:presLayoutVars>
      </dgm:prSet>
      <dgm:spPr/>
      <dgm:t>
        <a:bodyPr/>
        <a:lstStyle/>
        <a:p>
          <a:endParaRPr lang="en-US"/>
        </a:p>
      </dgm:t>
    </dgm:pt>
    <dgm:pt modelId="{0BECFA44-B099-472C-92E4-780035C304ED}" type="pres">
      <dgm:prSet presAssocID="{8066AA3D-5785-4F36-8D5E-47E0BB8C4203}" presName="parentText" presStyleLbl="node1" presStyleIdx="0" presStyleCnt="1">
        <dgm:presLayoutVars>
          <dgm:chMax val="0"/>
          <dgm:bulletEnabled val="1"/>
        </dgm:presLayoutVars>
      </dgm:prSet>
      <dgm:spPr/>
      <dgm:t>
        <a:bodyPr/>
        <a:lstStyle/>
        <a:p>
          <a:endParaRPr lang="en-US"/>
        </a:p>
      </dgm:t>
    </dgm:pt>
  </dgm:ptLst>
  <dgm:cxnLst>
    <dgm:cxn modelId="{05DF9413-8F5C-4E41-A9A7-B92D11561664}" srcId="{2CC8A644-547B-4F42-9EBE-9C8D1E41A9E4}" destId="{8066AA3D-5785-4F36-8D5E-47E0BB8C4203}" srcOrd="0" destOrd="0" parTransId="{30A5BFA8-E080-4892-B825-F54A9494417F}" sibTransId="{ACE111BC-9DCB-48EA-817B-69800C0EFCDA}"/>
    <dgm:cxn modelId="{33ADAC36-A1AD-4C8B-8395-EC9D917C85AF}" type="presOf" srcId="{8066AA3D-5785-4F36-8D5E-47E0BB8C4203}" destId="{0BECFA44-B099-472C-92E4-780035C304ED}" srcOrd="0" destOrd="0" presId="urn:microsoft.com/office/officeart/2005/8/layout/vList2"/>
    <dgm:cxn modelId="{A2683FFC-732A-48D2-96DD-6AC190D8D977}" type="presOf" srcId="{2CC8A644-547B-4F42-9EBE-9C8D1E41A9E4}" destId="{8978E221-F395-4451-8160-6790FD14FC96}" srcOrd="0" destOrd="0" presId="urn:microsoft.com/office/officeart/2005/8/layout/vList2"/>
    <dgm:cxn modelId="{B0B96CCA-22A9-44C2-935C-F912B97CE7E8}" type="presParOf" srcId="{8978E221-F395-4451-8160-6790FD14FC96}" destId="{0BECFA44-B099-472C-92E4-780035C304ED}" srcOrd="0" destOrd="0" presId="urn:microsoft.com/office/officeart/2005/8/layout/vList2"/>
  </dgm:cxnLst>
  <dgm:bg/>
  <dgm:whole/>
  <dgm:extLst>
    <a:ext uri="http://schemas.microsoft.com/office/drawing/2008/diagram">
      <dsp:dataModelExt xmlns:dsp="http://schemas.microsoft.com/office/drawing/2008/diagram" relId="rId4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CC8A644-547B-4F42-9EBE-9C8D1E41A9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066AA3D-5785-4F36-8D5E-47E0BB8C4203}">
      <dgm:prSet/>
      <dgm:spPr/>
      <dgm:t>
        <a:bodyPr/>
        <a:lstStyle/>
        <a:p>
          <a:pPr rtl="0"/>
          <a:r>
            <a:rPr lang="en-GB" dirty="0" smtClean="0"/>
            <a:t>Service 5</a:t>
          </a:r>
          <a:endParaRPr lang="en-US" dirty="0"/>
        </a:p>
      </dgm:t>
    </dgm:pt>
    <dgm:pt modelId="{30A5BFA8-E080-4892-B825-F54A9494417F}" type="parTrans" cxnId="{05DF9413-8F5C-4E41-A9A7-B92D11561664}">
      <dgm:prSet/>
      <dgm:spPr/>
      <dgm:t>
        <a:bodyPr/>
        <a:lstStyle/>
        <a:p>
          <a:endParaRPr lang="en-US"/>
        </a:p>
      </dgm:t>
    </dgm:pt>
    <dgm:pt modelId="{ACE111BC-9DCB-48EA-817B-69800C0EFCDA}" type="sibTrans" cxnId="{05DF9413-8F5C-4E41-A9A7-B92D11561664}">
      <dgm:prSet/>
      <dgm:spPr/>
      <dgm:t>
        <a:bodyPr/>
        <a:lstStyle/>
        <a:p>
          <a:endParaRPr lang="en-US"/>
        </a:p>
      </dgm:t>
    </dgm:pt>
    <dgm:pt modelId="{8978E221-F395-4451-8160-6790FD14FC96}" type="pres">
      <dgm:prSet presAssocID="{2CC8A644-547B-4F42-9EBE-9C8D1E41A9E4}" presName="linear" presStyleCnt="0">
        <dgm:presLayoutVars>
          <dgm:animLvl val="lvl"/>
          <dgm:resizeHandles val="exact"/>
        </dgm:presLayoutVars>
      </dgm:prSet>
      <dgm:spPr/>
      <dgm:t>
        <a:bodyPr/>
        <a:lstStyle/>
        <a:p>
          <a:endParaRPr lang="en-US"/>
        </a:p>
      </dgm:t>
    </dgm:pt>
    <dgm:pt modelId="{0BECFA44-B099-472C-92E4-780035C304ED}" type="pres">
      <dgm:prSet presAssocID="{8066AA3D-5785-4F36-8D5E-47E0BB8C4203}" presName="parentText" presStyleLbl="node1" presStyleIdx="0" presStyleCnt="1">
        <dgm:presLayoutVars>
          <dgm:chMax val="0"/>
          <dgm:bulletEnabled val="1"/>
        </dgm:presLayoutVars>
      </dgm:prSet>
      <dgm:spPr/>
      <dgm:t>
        <a:bodyPr/>
        <a:lstStyle/>
        <a:p>
          <a:endParaRPr lang="en-US"/>
        </a:p>
      </dgm:t>
    </dgm:pt>
  </dgm:ptLst>
  <dgm:cxnLst>
    <dgm:cxn modelId="{9DE4B864-3711-4052-8EA9-88A29030D2C1}" type="presOf" srcId="{8066AA3D-5785-4F36-8D5E-47E0BB8C4203}" destId="{0BECFA44-B099-472C-92E4-780035C304ED}" srcOrd="0" destOrd="0" presId="urn:microsoft.com/office/officeart/2005/8/layout/vList2"/>
    <dgm:cxn modelId="{05DF9413-8F5C-4E41-A9A7-B92D11561664}" srcId="{2CC8A644-547B-4F42-9EBE-9C8D1E41A9E4}" destId="{8066AA3D-5785-4F36-8D5E-47E0BB8C4203}" srcOrd="0" destOrd="0" parTransId="{30A5BFA8-E080-4892-B825-F54A9494417F}" sibTransId="{ACE111BC-9DCB-48EA-817B-69800C0EFCDA}"/>
    <dgm:cxn modelId="{7610A069-2748-45BE-99F1-5C166F64F170}" type="presOf" srcId="{2CC8A644-547B-4F42-9EBE-9C8D1E41A9E4}" destId="{8978E221-F395-4451-8160-6790FD14FC96}" srcOrd="0" destOrd="0" presId="urn:microsoft.com/office/officeart/2005/8/layout/vList2"/>
    <dgm:cxn modelId="{BFA0A995-48E0-49F7-B7C4-464AD68A978D}" type="presParOf" srcId="{8978E221-F395-4451-8160-6790FD14FC96}" destId="{0BECFA44-B099-472C-92E4-780035C304ED}" srcOrd="0" destOrd="0" presId="urn:microsoft.com/office/officeart/2005/8/layout/vList2"/>
  </dgm:cxnLst>
  <dgm:bg/>
  <dgm:whole/>
  <dgm:extLst>
    <a:ext uri="http://schemas.microsoft.com/office/drawing/2008/diagram">
      <dsp:dataModelExt xmlns:dsp="http://schemas.microsoft.com/office/drawing/2008/diagram" relId="rId5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CC8A644-547B-4F42-9EBE-9C8D1E41A9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066AA3D-5785-4F36-8D5E-47E0BB8C4203}">
      <dgm:prSet/>
      <dgm:spPr/>
      <dgm:t>
        <a:bodyPr/>
        <a:lstStyle/>
        <a:p>
          <a:pPr rtl="0"/>
          <a:r>
            <a:rPr lang="en-GB" dirty="0" smtClean="0"/>
            <a:t>Service 6</a:t>
          </a:r>
          <a:endParaRPr lang="en-US" dirty="0"/>
        </a:p>
      </dgm:t>
    </dgm:pt>
    <dgm:pt modelId="{30A5BFA8-E080-4892-B825-F54A9494417F}" type="parTrans" cxnId="{05DF9413-8F5C-4E41-A9A7-B92D11561664}">
      <dgm:prSet/>
      <dgm:spPr/>
      <dgm:t>
        <a:bodyPr/>
        <a:lstStyle/>
        <a:p>
          <a:endParaRPr lang="en-US"/>
        </a:p>
      </dgm:t>
    </dgm:pt>
    <dgm:pt modelId="{ACE111BC-9DCB-48EA-817B-69800C0EFCDA}" type="sibTrans" cxnId="{05DF9413-8F5C-4E41-A9A7-B92D11561664}">
      <dgm:prSet/>
      <dgm:spPr/>
      <dgm:t>
        <a:bodyPr/>
        <a:lstStyle/>
        <a:p>
          <a:endParaRPr lang="en-US"/>
        </a:p>
      </dgm:t>
    </dgm:pt>
    <dgm:pt modelId="{8978E221-F395-4451-8160-6790FD14FC96}" type="pres">
      <dgm:prSet presAssocID="{2CC8A644-547B-4F42-9EBE-9C8D1E41A9E4}" presName="linear" presStyleCnt="0">
        <dgm:presLayoutVars>
          <dgm:animLvl val="lvl"/>
          <dgm:resizeHandles val="exact"/>
        </dgm:presLayoutVars>
      </dgm:prSet>
      <dgm:spPr/>
      <dgm:t>
        <a:bodyPr/>
        <a:lstStyle/>
        <a:p>
          <a:endParaRPr lang="en-US"/>
        </a:p>
      </dgm:t>
    </dgm:pt>
    <dgm:pt modelId="{0BECFA44-B099-472C-92E4-780035C304ED}" type="pres">
      <dgm:prSet presAssocID="{8066AA3D-5785-4F36-8D5E-47E0BB8C4203}" presName="parentText" presStyleLbl="node1" presStyleIdx="0" presStyleCnt="1">
        <dgm:presLayoutVars>
          <dgm:chMax val="0"/>
          <dgm:bulletEnabled val="1"/>
        </dgm:presLayoutVars>
      </dgm:prSet>
      <dgm:spPr/>
      <dgm:t>
        <a:bodyPr/>
        <a:lstStyle/>
        <a:p>
          <a:endParaRPr lang="en-US"/>
        </a:p>
      </dgm:t>
    </dgm:pt>
  </dgm:ptLst>
  <dgm:cxnLst>
    <dgm:cxn modelId="{81EEBDF5-0C9D-4C6F-9968-350C4E5175E0}" type="presOf" srcId="{8066AA3D-5785-4F36-8D5E-47E0BB8C4203}" destId="{0BECFA44-B099-472C-92E4-780035C304ED}" srcOrd="0" destOrd="0" presId="urn:microsoft.com/office/officeart/2005/8/layout/vList2"/>
    <dgm:cxn modelId="{68EA2AC2-512C-47DA-8100-6A58587781F6}" type="presOf" srcId="{2CC8A644-547B-4F42-9EBE-9C8D1E41A9E4}" destId="{8978E221-F395-4451-8160-6790FD14FC96}" srcOrd="0" destOrd="0" presId="urn:microsoft.com/office/officeart/2005/8/layout/vList2"/>
    <dgm:cxn modelId="{05DF9413-8F5C-4E41-A9A7-B92D11561664}" srcId="{2CC8A644-547B-4F42-9EBE-9C8D1E41A9E4}" destId="{8066AA3D-5785-4F36-8D5E-47E0BB8C4203}" srcOrd="0" destOrd="0" parTransId="{30A5BFA8-E080-4892-B825-F54A9494417F}" sibTransId="{ACE111BC-9DCB-48EA-817B-69800C0EFCDA}"/>
    <dgm:cxn modelId="{E10431F3-D2C4-4CCB-8BF3-51E8872BE57C}" type="presParOf" srcId="{8978E221-F395-4451-8160-6790FD14FC96}" destId="{0BECFA44-B099-472C-92E4-780035C304ED}" srcOrd="0" destOrd="0" presId="urn:microsoft.com/office/officeart/2005/8/layout/vList2"/>
  </dgm:cxnLst>
  <dgm:bg/>
  <dgm:whole/>
  <dgm:extLst>
    <a:ext uri="http://schemas.microsoft.com/office/drawing/2008/diagram">
      <dsp:dataModelExt xmlns:dsp="http://schemas.microsoft.com/office/drawing/2008/diagram" relId="rId5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2FC5AAB-071E-4674-89C5-3C5861C08B74}"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85C0B8F0-76F8-45B2-8BC4-9A545EC8CE7E}">
      <dgm:prSet/>
      <dgm:spPr>
        <a:solidFill>
          <a:srgbClr val="C00000"/>
        </a:solidFill>
      </dgm:spPr>
      <dgm:t>
        <a:bodyPr/>
        <a:lstStyle/>
        <a:p>
          <a:pPr rtl="0"/>
          <a:r>
            <a:rPr lang="en-GB" dirty="0" smtClean="0"/>
            <a:t>Technical Service Catalogue</a:t>
          </a:r>
          <a:endParaRPr lang="en-US" dirty="0"/>
        </a:p>
      </dgm:t>
    </dgm:pt>
    <dgm:pt modelId="{94A0837C-6E43-4711-8972-A65303BD4FAF}" type="parTrans" cxnId="{5F1F9876-6204-4AFA-B8B8-4251AB3191CC}">
      <dgm:prSet/>
      <dgm:spPr/>
      <dgm:t>
        <a:bodyPr/>
        <a:lstStyle/>
        <a:p>
          <a:endParaRPr lang="en-US"/>
        </a:p>
      </dgm:t>
    </dgm:pt>
    <dgm:pt modelId="{DC1CE498-ADD2-4BDA-B005-4E221FEEC468}" type="sibTrans" cxnId="{5F1F9876-6204-4AFA-B8B8-4251AB3191CC}">
      <dgm:prSet/>
      <dgm:spPr/>
      <dgm:t>
        <a:bodyPr/>
        <a:lstStyle/>
        <a:p>
          <a:endParaRPr lang="en-US"/>
        </a:p>
      </dgm:t>
    </dgm:pt>
    <dgm:pt modelId="{0E438F4C-4A91-4868-841A-D9DD2F8B722A}" type="pres">
      <dgm:prSet presAssocID="{22FC5AAB-071E-4674-89C5-3C5861C08B74}" presName="Name0" presStyleCnt="0">
        <dgm:presLayoutVars>
          <dgm:dir/>
          <dgm:resizeHandles val="exact"/>
        </dgm:presLayoutVars>
      </dgm:prSet>
      <dgm:spPr/>
      <dgm:t>
        <a:bodyPr/>
        <a:lstStyle/>
        <a:p>
          <a:endParaRPr lang="en-US"/>
        </a:p>
      </dgm:t>
    </dgm:pt>
    <dgm:pt modelId="{AA13CC48-B0FD-4989-B8EC-04E766D314A1}" type="pres">
      <dgm:prSet presAssocID="{85C0B8F0-76F8-45B2-8BC4-9A545EC8CE7E}" presName="node" presStyleLbl="node1" presStyleIdx="0" presStyleCnt="1">
        <dgm:presLayoutVars>
          <dgm:bulletEnabled val="1"/>
        </dgm:presLayoutVars>
      </dgm:prSet>
      <dgm:spPr/>
      <dgm:t>
        <a:bodyPr/>
        <a:lstStyle/>
        <a:p>
          <a:endParaRPr lang="en-US"/>
        </a:p>
      </dgm:t>
    </dgm:pt>
  </dgm:ptLst>
  <dgm:cxnLst>
    <dgm:cxn modelId="{5F1F9876-6204-4AFA-B8B8-4251AB3191CC}" srcId="{22FC5AAB-071E-4674-89C5-3C5861C08B74}" destId="{85C0B8F0-76F8-45B2-8BC4-9A545EC8CE7E}" srcOrd="0" destOrd="0" parTransId="{94A0837C-6E43-4711-8972-A65303BD4FAF}" sibTransId="{DC1CE498-ADD2-4BDA-B005-4E221FEEC468}"/>
    <dgm:cxn modelId="{9656EBAF-791D-4C24-B264-AD927A7A5BDE}" type="presOf" srcId="{85C0B8F0-76F8-45B2-8BC4-9A545EC8CE7E}" destId="{AA13CC48-B0FD-4989-B8EC-04E766D314A1}" srcOrd="0" destOrd="0" presId="urn:microsoft.com/office/officeart/2005/8/layout/process1"/>
    <dgm:cxn modelId="{87BDF5AC-3E8F-468D-A02A-7F3E7C3D5E12}" type="presOf" srcId="{22FC5AAB-071E-4674-89C5-3C5861C08B74}" destId="{0E438F4C-4A91-4868-841A-D9DD2F8B722A}" srcOrd="0" destOrd="0" presId="urn:microsoft.com/office/officeart/2005/8/layout/process1"/>
    <dgm:cxn modelId="{E576BFFC-EA06-4157-A432-3F547E6B9175}" type="presParOf" srcId="{0E438F4C-4A91-4868-841A-D9DD2F8B722A}" destId="{AA13CC48-B0FD-4989-B8EC-04E766D314A1}" srcOrd="0" destOrd="0" presId="urn:microsoft.com/office/officeart/2005/8/layout/process1"/>
  </dgm:cxnLst>
  <dgm:bg/>
  <dgm:whole/>
  <dgm:extLst>
    <a:ext uri="http://schemas.microsoft.com/office/drawing/2008/diagram">
      <dsp:dataModelExt xmlns:dsp="http://schemas.microsoft.com/office/drawing/2008/diagram" relId="rId6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28EE0151-AADB-4538-A24D-6F98EFE2115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F092009-723B-44D9-932C-F9A0D1DE0194}">
      <dgm:prSet/>
      <dgm:spPr/>
      <dgm:t>
        <a:bodyPr/>
        <a:lstStyle/>
        <a:p>
          <a:pPr rtl="0"/>
          <a:r>
            <a:rPr lang="en-GB" dirty="0" smtClean="0"/>
            <a:t>Software</a:t>
          </a:r>
          <a:endParaRPr lang="en-US" dirty="0"/>
        </a:p>
      </dgm:t>
    </dgm:pt>
    <dgm:pt modelId="{BAFCFB41-B1A8-42DA-B5B9-E0B42BA47622}" type="parTrans" cxnId="{36FB8AEA-68EA-4504-8A31-9D2E76CBC4B9}">
      <dgm:prSet/>
      <dgm:spPr/>
      <dgm:t>
        <a:bodyPr/>
        <a:lstStyle/>
        <a:p>
          <a:endParaRPr lang="en-US"/>
        </a:p>
      </dgm:t>
    </dgm:pt>
    <dgm:pt modelId="{42C040EF-EFA9-4BC4-9EB8-368CA7514E77}" type="sibTrans" cxnId="{36FB8AEA-68EA-4504-8A31-9D2E76CBC4B9}">
      <dgm:prSet/>
      <dgm:spPr/>
      <dgm:t>
        <a:bodyPr/>
        <a:lstStyle/>
        <a:p>
          <a:endParaRPr lang="en-US"/>
        </a:p>
      </dgm:t>
    </dgm:pt>
    <dgm:pt modelId="{6AF1147F-A2E4-4783-AC02-4A8817D2C406}" type="pres">
      <dgm:prSet presAssocID="{28EE0151-AADB-4538-A24D-6F98EFE2115F}" presName="linear" presStyleCnt="0">
        <dgm:presLayoutVars>
          <dgm:animLvl val="lvl"/>
          <dgm:resizeHandles val="exact"/>
        </dgm:presLayoutVars>
      </dgm:prSet>
      <dgm:spPr/>
      <dgm:t>
        <a:bodyPr/>
        <a:lstStyle/>
        <a:p>
          <a:endParaRPr lang="en-US"/>
        </a:p>
      </dgm:t>
    </dgm:pt>
    <dgm:pt modelId="{E9FD14FA-3DEF-4DF3-865B-EFD7D02033DA}" type="pres">
      <dgm:prSet presAssocID="{9F092009-723B-44D9-932C-F9A0D1DE0194}" presName="parentText" presStyleLbl="node1" presStyleIdx="0" presStyleCnt="1">
        <dgm:presLayoutVars>
          <dgm:chMax val="0"/>
          <dgm:bulletEnabled val="1"/>
        </dgm:presLayoutVars>
      </dgm:prSet>
      <dgm:spPr>
        <a:prstGeom prst="flowChartInputOutput">
          <a:avLst/>
        </a:prstGeom>
      </dgm:spPr>
      <dgm:t>
        <a:bodyPr/>
        <a:lstStyle/>
        <a:p>
          <a:endParaRPr lang="en-US"/>
        </a:p>
      </dgm:t>
    </dgm:pt>
  </dgm:ptLst>
  <dgm:cxnLst>
    <dgm:cxn modelId="{F22DF967-DDBE-44AD-AF5B-06F4731F25FD}" type="presOf" srcId="{9F092009-723B-44D9-932C-F9A0D1DE0194}" destId="{E9FD14FA-3DEF-4DF3-865B-EFD7D02033DA}" srcOrd="0" destOrd="0" presId="urn:microsoft.com/office/officeart/2005/8/layout/vList2"/>
    <dgm:cxn modelId="{36FB8AEA-68EA-4504-8A31-9D2E76CBC4B9}" srcId="{28EE0151-AADB-4538-A24D-6F98EFE2115F}" destId="{9F092009-723B-44D9-932C-F9A0D1DE0194}" srcOrd="0" destOrd="0" parTransId="{BAFCFB41-B1A8-42DA-B5B9-E0B42BA47622}" sibTransId="{42C040EF-EFA9-4BC4-9EB8-368CA7514E77}"/>
    <dgm:cxn modelId="{0E01E8CB-E7F5-4E9D-BE97-1CBC753A93AA}" type="presOf" srcId="{28EE0151-AADB-4538-A24D-6F98EFE2115F}" destId="{6AF1147F-A2E4-4783-AC02-4A8817D2C406}" srcOrd="0" destOrd="0" presId="urn:microsoft.com/office/officeart/2005/8/layout/vList2"/>
    <dgm:cxn modelId="{0D7C54B9-FDE2-4CC0-9EC8-C4F215D50D35}" type="presParOf" srcId="{6AF1147F-A2E4-4783-AC02-4A8817D2C406}" destId="{E9FD14FA-3DEF-4DF3-865B-EFD7D02033DA}" srcOrd="0" destOrd="0" presId="urn:microsoft.com/office/officeart/2005/8/layout/vList2"/>
  </dgm:cxnLst>
  <dgm:bg/>
  <dgm:whole/>
  <dgm:extLst>
    <a:ext uri="http://schemas.microsoft.com/office/drawing/2008/diagram">
      <dsp:dataModelExt xmlns:dsp="http://schemas.microsoft.com/office/drawing/2008/diagram" relId="rId6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8EE0151-AADB-4538-A24D-6F98EFE2115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F092009-723B-44D9-932C-F9A0D1DE0194}">
      <dgm:prSet/>
      <dgm:spPr/>
      <dgm:t>
        <a:bodyPr/>
        <a:lstStyle/>
        <a:p>
          <a:pPr rtl="0"/>
          <a:r>
            <a:rPr lang="en-GB" dirty="0" smtClean="0"/>
            <a:t>Support</a:t>
          </a:r>
          <a:endParaRPr lang="en-US" dirty="0"/>
        </a:p>
      </dgm:t>
    </dgm:pt>
    <dgm:pt modelId="{BAFCFB41-B1A8-42DA-B5B9-E0B42BA47622}" type="parTrans" cxnId="{36FB8AEA-68EA-4504-8A31-9D2E76CBC4B9}">
      <dgm:prSet/>
      <dgm:spPr/>
      <dgm:t>
        <a:bodyPr/>
        <a:lstStyle/>
        <a:p>
          <a:endParaRPr lang="en-US"/>
        </a:p>
      </dgm:t>
    </dgm:pt>
    <dgm:pt modelId="{42C040EF-EFA9-4BC4-9EB8-368CA7514E77}" type="sibTrans" cxnId="{36FB8AEA-68EA-4504-8A31-9D2E76CBC4B9}">
      <dgm:prSet/>
      <dgm:spPr/>
      <dgm:t>
        <a:bodyPr/>
        <a:lstStyle/>
        <a:p>
          <a:endParaRPr lang="en-US"/>
        </a:p>
      </dgm:t>
    </dgm:pt>
    <dgm:pt modelId="{6AF1147F-A2E4-4783-AC02-4A8817D2C406}" type="pres">
      <dgm:prSet presAssocID="{28EE0151-AADB-4538-A24D-6F98EFE2115F}" presName="linear" presStyleCnt="0">
        <dgm:presLayoutVars>
          <dgm:animLvl val="lvl"/>
          <dgm:resizeHandles val="exact"/>
        </dgm:presLayoutVars>
      </dgm:prSet>
      <dgm:spPr/>
      <dgm:t>
        <a:bodyPr/>
        <a:lstStyle/>
        <a:p>
          <a:endParaRPr lang="en-US"/>
        </a:p>
      </dgm:t>
    </dgm:pt>
    <dgm:pt modelId="{E9FD14FA-3DEF-4DF3-865B-EFD7D02033DA}" type="pres">
      <dgm:prSet presAssocID="{9F092009-723B-44D9-932C-F9A0D1DE0194}" presName="parentText" presStyleLbl="node1" presStyleIdx="0" presStyleCnt="1">
        <dgm:presLayoutVars>
          <dgm:chMax val="0"/>
          <dgm:bulletEnabled val="1"/>
        </dgm:presLayoutVars>
      </dgm:prSet>
      <dgm:spPr>
        <a:prstGeom prst="flowChartInputOutput">
          <a:avLst/>
        </a:prstGeom>
      </dgm:spPr>
      <dgm:t>
        <a:bodyPr/>
        <a:lstStyle/>
        <a:p>
          <a:endParaRPr lang="en-US"/>
        </a:p>
      </dgm:t>
    </dgm:pt>
  </dgm:ptLst>
  <dgm:cxnLst>
    <dgm:cxn modelId="{471B6479-ABB8-433C-89DC-81642FFE9BA4}" type="presOf" srcId="{28EE0151-AADB-4538-A24D-6F98EFE2115F}" destId="{6AF1147F-A2E4-4783-AC02-4A8817D2C406}" srcOrd="0" destOrd="0" presId="urn:microsoft.com/office/officeart/2005/8/layout/vList2"/>
    <dgm:cxn modelId="{02E3DCDE-1775-4978-9B93-9CE31A150F26}" type="presOf" srcId="{9F092009-723B-44D9-932C-F9A0D1DE0194}" destId="{E9FD14FA-3DEF-4DF3-865B-EFD7D02033DA}" srcOrd="0" destOrd="0" presId="urn:microsoft.com/office/officeart/2005/8/layout/vList2"/>
    <dgm:cxn modelId="{36FB8AEA-68EA-4504-8A31-9D2E76CBC4B9}" srcId="{28EE0151-AADB-4538-A24D-6F98EFE2115F}" destId="{9F092009-723B-44D9-932C-F9A0D1DE0194}" srcOrd="0" destOrd="0" parTransId="{BAFCFB41-B1A8-42DA-B5B9-E0B42BA47622}" sibTransId="{42C040EF-EFA9-4BC4-9EB8-368CA7514E77}"/>
    <dgm:cxn modelId="{D8F4CAC7-4D2A-493C-B414-63DC899D19DA}" type="presParOf" srcId="{6AF1147F-A2E4-4783-AC02-4A8817D2C406}" destId="{E9FD14FA-3DEF-4DF3-865B-EFD7D02033DA}" srcOrd="0" destOrd="0" presId="urn:microsoft.com/office/officeart/2005/8/layout/vList2"/>
  </dgm:cxnLst>
  <dgm:bg/>
  <dgm:whole/>
  <dgm:extLst>
    <a:ext uri="http://schemas.microsoft.com/office/drawing/2008/diagram">
      <dsp:dataModelExt xmlns:dsp="http://schemas.microsoft.com/office/drawing/2008/diagram" relId="rId7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8EE0151-AADB-4538-A24D-6F98EFE2115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F092009-723B-44D9-932C-F9A0D1DE0194}">
      <dgm:prSet/>
      <dgm:spPr/>
      <dgm:t>
        <a:bodyPr/>
        <a:lstStyle/>
        <a:p>
          <a:pPr rtl="0"/>
          <a:r>
            <a:rPr lang="en-GB" dirty="0" smtClean="0"/>
            <a:t>Applications</a:t>
          </a:r>
          <a:endParaRPr lang="en-US" dirty="0"/>
        </a:p>
      </dgm:t>
    </dgm:pt>
    <dgm:pt modelId="{BAFCFB41-B1A8-42DA-B5B9-E0B42BA47622}" type="parTrans" cxnId="{36FB8AEA-68EA-4504-8A31-9D2E76CBC4B9}">
      <dgm:prSet/>
      <dgm:spPr/>
      <dgm:t>
        <a:bodyPr/>
        <a:lstStyle/>
        <a:p>
          <a:endParaRPr lang="en-US"/>
        </a:p>
      </dgm:t>
    </dgm:pt>
    <dgm:pt modelId="{42C040EF-EFA9-4BC4-9EB8-368CA7514E77}" type="sibTrans" cxnId="{36FB8AEA-68EA-4504-8A31-9D2E76CBC4B9}">
      <dgm:prSet/>
      <dgm:spPr/>
      <dgm:t>
        <a:bodyPr/>
        <a:lstStyle/>
        <a:p>
          <a:endParaRPr lang="en-US"/>
        </a:p>
      </dgm:t>
    </dgm:pt>
    <dgm:pt modelId="{6AF1147F-A2E4-4783-AC02-4A8817D2C406}" type="pres">
      <dgm:prSet presAssocID="{28EE0151-AADB-4538-A24D-6F98EFE2115F}" presName="linear" presStyleCnt="0">
        <dgm:presLayoutVars>
          <dgm:animLvl val="lvl"/>
          <dgm:resizeHandles val="exact"/>
        </dgm:presLayoutVars>
      </dgm:prSet>
      <dgm:spPr/>
      <dgm:t>
        <a:bodyPr/>
        <a:lstStyle/>
        <a:p>
          <a:endParaRPr lang="en-US"/>
        </a:p>
      </dgm:t>
    </dgm:pt>
    <dgm:pt modelId="{E9FD14FA-3DEF-4DF3-865B-EFD7D02033DA}" type="pres">
      <dgm:prSet presAssocID="{9F092009-723B-44D9-932C-F9A0D1DE0194}" presName="parentText" presStyleLbl="node1" presStyleIdx="0" presStyleCnt="1">
        <dgm:presLayoutVars>
          <dgm:chMax val="0"/>
          <dgm:bulletEnabled val="1"/>
        </dgm:presLayoutVars>
      </dgm:prSet>
      <dgm:spPr>
        <a:prstGeom prst="flowChartInputOutput">
          <a:avLst/>
        </a:prstGeom>
      </dgm:spPr>
      <dgm:t>
        <a:bodyPr/>
        <a:lstStyle/>
        <a:p>
          <a:endParaRPr lang="en-US"/>
        </a:p>
      </dgm:t>
    </dgm:pt>
  </dgm:ptLst>
  <dgm:cxnLst>
    <dgm:cxn modelId="{4D37A31D-1E5C-4B34-B442-FE688F429F14}" type="presOf" srcId="{28EE0151-AADB-4538-A24D-6F98EFE2115F}" destId="{6AF1147F-A2E4-4783-AC02-4A8817D2C406}" srcOrd="0" destOrd="0" presId="urn:microsoft.com/office/officeart/2005/8/layout/vList2"/>
    <dgm:cxn modelId="{1480080A-83DB-4F30-BCB2-F39D7906A59F}" type="presOf" srcId="{9F092009-723B-44D9-932C-F9A0D1DE0194}" destId="{E9FD14FA-3DEF-4DF3-865B-EFD7D02033DA}" srcOrd="0" destOrd="0" presId="urn:microsoft.com/office/officeart/2005/8/layout/vList2"/>
    <dgm:cxn modelId="{36FB8AEA-68EA-4504-8A31-9D2E76CBC4B9}" srcId="{28EE0151-AADB-4538-A24D-6F98EFE2115F}" destId="{9F092009-723B-44D9-932C-F9A0D1DE0194}" srcOrd="0" destOrd="0" parTransId="{BAFCFB41-B1A8-42DA-B5B9-E0B42BA47622}" sibTransId="{42C040EF-EFA9-4BC4-9EB8-368CA7514E77}"/>
    <dgm:cxn modelId="{8FF7E329-DC74-4B57-BF67-AEB3B9D4749E}" type="presParOf" srcId="{6AF1147F-A2E4-4783-AC02-4A8817D2C406}" destId="{E9FD14FA-3DEF-4DF3-865B-EFD7D02033DA}" srcOrd="0" destOrd="0" presId="urn:microsoft.com/office/officeart/2005/8/layout/vList2"/>
  </dgm:cxnLst>
  <dgm:bg/>
  <dgm:whole/>
  <dgm:extLst>
    <a:ext uri="http://schemas.microsoft.com/office/drawing/2008/diagram">
      <dsp:dataModelExt xmlns:dsp="http://schemas.microsoft.com/office/drawing/2008/diagram" relId="rId7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8EE0151-AADB-4538-A24D-6F98EFE2115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AF1147F-A2E4-4783-AC02-4A8817D2C406}" type="pres">
      <dgm:prSet presAssocID="{28EE0151-AADB-4538-A24D-6F98EFE2115F}" presName="linear" presStyleCnt="0">
        <dgm:presLayoutVars>
          <dgm:animLvl val="lvl"/>
          <dgm:resizeHandles val="exact"/>
        </dgm:presLayoutVars>
      </dgm:prSet>
      <dgm:spPr/>
      <dgm:t>
        <a:bodyPr/>
        <a:lstStyle/>
        <a:p>
          <a:endParaRPr lang="en-US"/>
        </a:p>
      </dgm:t>
    </dgm:pt>
  </dgm:ptLst>
  <dgm:cxnLst>
    <dgm:cxn modelId="{07C0E070-D89F-437B-B6B6-213EB1DAEC7C}" type="presOf" srcId="{28EE0151-AADB-4538-A24D-6F98EFE2115F}" destId="{6AF1147F-A2E4-4783-AC02-4A8817D2C406}" srcOrd="0" destOrd="0" presId="urn:microsoft.com/office/officeart/2005/8/layout/vList2"/>
  </dgm:cxnLst>
  <dgm:bg/>
  <dgm:whole/>
  <dgm:extLst>
    <a:ext uri="http://schemas.microsoft.com/office/drawing/2008/diagram">
      <dsp:dataModelExt xmlns:dsp="http://schemas.microsoft.com/office/drawing/2008/diagram" relId="rId8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28EE0151-AADB-4538-A24D-6F98EFE2115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F092009-723B-44D9-932C-F9A0D1DE0194}">
      <dgm:prSet/>
      <dgm:spPr/>
      <dgm:t>
        <a:bodyPr/>
        <a:lstStyle/>
        <a:p>
          <a:pPr rtl="0"/>
          <a:r>
            <a:rPr lang="en-GB" dirty="0" smtClean="0"/>
            <a:t>Capability</a:t>
          </a:r>
          <a:endParaRPr lang="en-US" dirty="0"/>
        </a:p>
      </dgm:t>
    </dgm:pt>
    <dgm:pt modelId="{BAFCFB41-B1A8-42DA-B5B9-E0B42BA47622}" type="parTrans" cxnId="{36FB8AEA-68EA-4504-8A31-9D2E76CBC4B9}">
      <dgm:prSet/>
      <dgm:spPr/>
      <dgm:t>
        <a:bodyPr/>
        <a:lstStyle/>
        <a:p>
          <a:endParaRPr lang="en-US"/>
        </a:p>
      </dgm:t>
    </dgm:pt>
    <dgm:pt modelId="{42C040EF-EFA9-4BC4-9EB8-368CA7514E77}" type="sibTrans" cxnId="{36FB8AEA-68EA-4504-8A31-9D2E76CBC4B9}">
      <dgm:prSet/>
      <dgm:spPr/>
      <dgm:t>
        <a:bodyPr/>
        <a:lstStyle/>
        <a:p>
          <a:endParaRPr lang="en-US"/>
        </a:p>
      </dgm:t>
    </dgm:pt>
    <dgm:pt modelId="{6AF1147F-A2E4-4783-AC02-4A8817D2C406}" type="pres">
      <dgm:prSet presAssocID="{28EE0151-AADB-4538-A24D-6F98EFE2115F}" presName="linear" presStyleCnt="0">
        <dgm:presLayoutVars>
          <dgm:animLvl val="lvl"/>
          <dgm:resizeHandles val="exact"/>
        </dgm:presLayoutVars>
      </dgm:prSet>
      <dgm:spPr/>
      <dgm:t>
        <a:bodyPr/>
        <a:lstStyle/>
        <a:p>
          <a:endParaRPr lang="en-US"/>
        </a:p>
      </dgm:t>
    </dgm:pt>
    <dgm:pt modelId="{E9FD14FA-3DEF-4DF3-865B-EFD7D02033DA}" type="pres">
      <dgm:prSet presAssocID="{9F092009-723B-44D9-932C-F9A0D1DE0194}" presName="parentText" presStyleLbl="node1" presStyleIdx="0" presStyleCnt="1">
        <dgm:presLayoutVars>
          <dgm:chMax val="0"/>
          <dgm:bulletEnabled val="1"/>
        </dgm:presLayoutVars>
      </dgm:prSet>
      <dgm:spPr>
        <a:prstGeom prst="flowChartInputOutput">
          <a:avLst/>
        </a:prstGeom>
      </dgm:spPr>
      <dgm:t>
        <a:bodyPr/>
        <a:lstStyle/>
        <a:p>
          <a:endParaRPr lang="en-US"/>
        </a:p>
      </dgm:t>
    </dgm:pt>
  </dgm:ptLst>
  <dgm:cxnLst>
    <dgm:cxn modelId="{D681C7D8-6AF0-4C08-8804-3B16614A3954}" type="presOf" srcId="{28EE0151-AADB-4538-A24D-6F98EFE2115F}" destId="{6AF1147F-A2E4-4783-AC02-4A8817D2C406}" srcOrd="0" destOrd="0" presId="urn:microsoft.com/office/officeart/2005/8/layout/vList2"/>
    <dgm:cxn modelId="{36FB8AEA-68EA-4504-8A31-9D2E76CBC4B9}" srcId="{28EE0151-AADB-4538-A24D-6F98EFE2115F}" destId="{9F092009-723B-44D9-932C-F9A0D1DE0194}" srcOrd="0" destOrd="0" parTransId="{BAFCFB41-B1A8-42DA-B5B9-E0B42BA47622}" sibTransId="{42C040EF-EFA9-4BC4-9EB8-368CA7514E77}"/>
    <dgm:cxn modelId="{F9F6E6A5-BBF2-4829-8EA1-CC016593FC00}" type="presOf" srcId="{9F092009-723B-44D9-932C-F9A0D1DE0194}" destId="{E9FD14FA-3DEF-4DF3-865B-EFD7D02033DA}" srcOrd="0" destOrd="0" presId="urn:microsoft.com/office/officeart/2005/8/layout/vList2"/>
    <dgm:cxn modelId="{3F6D2791-4742-4DC4-AE83-1C14742BE311}" type="presParOf" srcId="{6AF1147F-A2E4-4783-AC02-4A8817D2C406}" destId="{E9FD14FA-3DEF-4DF3-865B-EFD7D02033DA}" srcOrd="0" destOrd="0" presId="urn:microsoft.com/office/officeart/2005/8/layout/vList2"/>
  </dgm:cxnLst>
  <dgm:bg/>
  <dgm:whole/>
  <dgm:extLst>
    <a:ext uri="http://schemas.microsoft.com/office/drawing/2008/diagram">
      <dsp:dataModelExt xmlns:dsp="http://schemas.microsoft.com/office/drawing/2008/diagram" relId="rId8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28EE0151-AADB-4538-A24D-6F98EFE2115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F092009-723B-44D9-932C-F9A0D1DE0194}">
      <dgm:prSet/>
      <dgm:spPr/>
      <dgm:t>
        <a:bodyPr/>
        <a:lstStyle/>
        <a:p>
          <a:pPr rtl="0"/>
          <a:r>
            <a:rPr lang="en-GB" dirty="0" smtClean="0"/>
            <a:t>Databases</a:t>
          </a:r>
          <a:endParaRPr lang="en-US" dirty="0"/>
        </a:p>
      </dgm:t>
    </dgm:pt>
    <dgm:pt modelId="{BAFCFB41-B1A8-42DA-B5B9-E0B42BA47622}" type="parTrans" cxnId="{36FB8AEA-68EA-4504-8A31-9D2E76CBC4B9}">
      <dgm:prSet/>
      <dgm:spPr/>
      <dgm:t>
        <a:bodyPr/>
        <a:lstStyle/>
        <a:p>
          <a:endParaRPr lang="en-US"/>
        </a:p>
      </dgm:t>
    </dgm:pt>
    <dgm:pt modelId="{42C040EF-EFA9-4BC4-9EB8-368CA7514E77}" type="sibTrans" cxnId="{36FB8AEA-68EA-4504-8A31-9D2E76CBC4B9}">
      <dgm:prSet/>
      <dgm:spPr/>
      <dgm:t>
        <a:bodyPr/>
        <a:lstStyle/>
        <a:p>
          <a:endParaRPr lang="en-US"/>
        </a:p>
      </dgm:t>
    </dgm:pt>
    <dgm:pt modelId="{6AF1147F-A2E4-4783-AC02-4A8817D2C406}" type="pres">
      <dgm:prSet presAssocID="{28EE0151-AADB-4538-A24D-6F98EFE2115F}" presName="linear" presStyleCnt="0">
        <dgm:presLayoutVars>
          <dgm:animLvl val="lvl"/>
          <dgm:resizeHandles val="exact"/>
        </dgm:presLayoutVars>
      </dgm:prSet>
      <dgm:spPr/>
      <dgm:t>
        <a:bodyPr/>
        <a:lstStyle/>
        <a:p>
          <a:endParaRPr lang="en-US"/>
        </a:p>
      </dgm:t>
    </dgm:pt>
    <dgm:pt modelId="{E9FD14FA-3DEF-4DF3-865B-EFD7D02033DA}" type="pres">
      <dgm:prSet presAssocID="{9F092009-723B-44D9-932C-F9A0D1DE0194}" presName="parentText" presStyleLbl="node1" presStyleIdx="0" presStyleCnt="1" custLinFactNeighborX="-73684" custLinFactNeighborY="12635">
        <dgm:presLayoutVars>
          <dgm:chMax val="0"/>
          <dgm:bulletEnabled val="1"/>
        </dgm:presLayoutVars>
      </dgm:prSet>
      <dgm:spPr>
        <a:prstGeom prst="flowChartInputOutput">
          <a:avLst/>
        </a:prstGeom>
      </dgm:spPr>
      <dgm:t>
        <a:bodyPr/>
        <a:lstStyle/>
        <a:p>
          <a:endParaRPr lang="en-US"/>
        </a:p>
      </dgm:t>
    </dgm:pt>
  </dgm:ptLst>
  <dgm:cxnLst>
    <dgm:cxn modelId="{8D77EC0A-D0FE-4AB8-913C-3617DAA577DD}" type="presOf" srcId="{9F092009-723B-44D9-932C-F9A0D1DE0194}" destId="{E9FD14FA-3DEF-4DF3-865B-EFD7D02033DA}" srcOrd="0" destOrd="0" presId="urn:microsoft.com/office/officeart/2005/8/layout/vList2"/>
    <dgm:cxn modelId="{36FB8AEA-68EA-4504-8A31-9D2E76CBC4B9}" srcId="{28EE0151-AADB-4538-A24D-6F98EFE2115F}" destId="{9F092009-723B-44D9-932C-F9A0D1DE0194}" srcOrd="0" destOrd="0" parTransId="{BAFCFB41-B1A8-42DA-B5B9-E0B42BA47622}" sibTransId="{42C040EF-EFA9-4BC4-9EB8-368CA7514E77}"/>
    <dgm:cxn modelId="{04E77C56-D3CE-40F6-B37D-BFFB254AAA4A}" type="presOf" srcId="{28EE0151-AADB-4538-A24D-6F98EFE2115F}" destId="{6AF1147F-A2E4-4783-AC02-4A8817D2C406}" srcOrd="0" destOrd="0" presId="urn:microsoft.com/office/officeart/2005/8/layout/vList2"/>
    <dgm:cxn modelId="{49D9A114-7FBA-4C37-84D9-F621A7329429}" type="presParOf" srcId="{6AF1147F-A2E4-4783-AC02-4A8817D2C406}" destId="{E9FD14FA-3DEF-4DF3-865B-EFD7D02033DA}" srcOrd="0" destOrd="0" presId="urn:microsoft.com/office/officeart/2005/8/layout/vList2"/>
  </dgm:cxnLst>
  <dgm:bg/>
  <dgm:whole/>
  <dgm:extLst>
    <a:ext uri="http://schemas.microsoft.com/office/drawing/2008/diagram">
      <dsp:dataModelExt xmlns:dsp="http://schemas.microsoft.com/office/drawing/2008/diagram" relId="rId9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8EE0151-AADB-4538-A24D-6F98EFE2115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F092009-723B-44D9-932C-F9A0D1DE0194}">
      <dgm:prSet/>
      <dgm:spPr/>
      <dgm:t>
        <a:bodyPr/>
        <a:lstStyle/>
        <a:p>
          <a:pPr rtl="0"/>
          <a:r>
            <a:rPr lang="en-GB" dirty="0" smtClean="0"/>
            <a:t>Hardware</a:t>
          </a:r>
          <a:endParaRPr lang="en-US" dirty="0"/>
        </a:p>
      </dgm:t>
    </dgm:pt>
    <dgm:pt modelId="{BAFCFB41-B1A8-42DA-B5B9-E0B42BA47622}" type="parTrans" cxnId="{36FB8AEA-68EA-4504-8A31-9D2E76CBC4B9}">
      <dgm:prSet/>
      <dgm:spPr/>
      <dgm:t>
        <a:bodyPr/>
        <a:lstStyle/>
        <a:p>
          <a:endParaRPr lang="en-US"/>
        </a:p>
      </dgm:t>
    </dgm:pt>
    <dgm:pt modelId="{42C040EF-EFA9-4BC4-9EB8-368CA7514E77}" type="sibTrans" cxnId="{36FB8AEA-68EA-4504-8A31-9D2E76CBC4B9}">
      <dgm:prSet/>
      <dgm:spPr/>
      <dgm:t>
        <a:bodyPr/>
        <a:lstStyle/>
        <a:p>
          <a:endParaRPr lang="en-US"/>
        </a:p>
      </dgm:t>
    </dgm:pt>
    <dgm:pt modelId="{6AF1147F-A2E4-4783-AC02-4A8817D2C406}" type="pres">
      <dgm:prSet presAssocID="{28EE0151-AADB-4538-A24D-6F98EFE2115F}" presName="linear" presStyleCnt="0">
        <dgm:presLayoutVars>
          <dgm:animLvl val="lvl"/>
          <dgm:resizeHandles val="exact"/>
        </dgm:presLayoutVars>
      </dgm:prSet>
      <dgm:spPr/>
      <dgm:t>
        <a:bodyPr/>
        <a:lstStyle/>
        <a:p>
          <a:endParaRPr lang="en-US"/>
        </a:p>
      </dgm:t>
    </dgm:pt>
    <dgm:pt modelId="{E9FD14FA-3DEF-4DF3-865B-EFD7D02033DA}" type="pres">
      <dgm:prSet presAssocID="{9F092009-723B-44D9-932C-F9A0D1DE0194}" presName="parentText" presStyleLbl="node1" presStyleIdx="0" presStyleCnt="1">
        <dgm:presLayoutVars>
          <dgm:chMax val="0"/>
          <dgm:bulletEnabled val="1"/>
        </dgm:presLayoutVars>
      </dgm:prSet>
      <dgm:spPr>
        <a:prstGeom prst="flowChartInputOutput">
          <a:avLst/>
        </a:prstGeom>
      </dgm:spPr>
      <dgm:t>
        <a:bodyPr/>
        <a:lstStyle/>
        <a:p>
          <a:endParaRPr lang="en-US"/>
        </a:p>
      </dgm:t>
    </dgm:pt>
  </dgm:ptLst>
  <dgm:cxnLst>
    <dgm:cxn modelId="{DFD7E01A-24D7-437B-A455-9143433D7415}" type="presOf" srcId="{9F092009-723B-44D9-932C-F9A0D1DE0194}" destId="{E9FD14FA-3DEF-4DF3-865B-EFD7D02033DA}" srcOrd="0" destOrd="0" presId="urn:microsoft.com/office/officeart/2005/8/layout/vList2"/>
    <dgm:cxn modelId="{B5F384EB-F415-47EE-80F3-E735AB53FEB0}" type="presOf" srcId="{28EE0151-AADB-4538-A24D-6F98EFE2115F}" destId="{6AF1147F-A2E4-4783-AC02-4A8817D2C406}" srcOrd="0" destOrd="0" presId="urn:microsoft.com/office/officeart/2005/8/layout/vList2"/>
    <dgm:cxn modelId="{36FB8AEA-68EA-4504-8A31-9D2E76CBC4B9}" srcId="{28EE0151-AADB-4538-A24D-6F98EFE2115F}" destId="{9F092009-723B-44D9-932C-F9A0D1DE0194}" srcOrd="0" destOrd="0" parTransId="{BAFCFB41-B1A8-42DA-B5B9-E0B42BA47622}" sibTransId="{42C040EF-EFA9-4BC4-9EB8-368CA7514E77}"/>
    <dgm:cxn modelId="{42D2BCD2-DDEB-40AD-B6DA-519F995472A0}" type="presParOf" srcId="{6AF1147F-A2E4-4783-AC02-4A8817D2C406}" destId="{E9FD14FA-3DEF-4DF3-865B-EFD7D02033DA}" srcOrd="0" destOrd="0" presId="urn:microsoft.com/office/officeart/2005/8/layout/vList2"/>
  </dgm:cxnLst>
  <dgm:bg/>
  <dgm:whole/>
  <dgm:extLst>
    <a:ext uri="http://schemas.microsoft.com/office/drawing/2008/diagram">
      <dsp:dataModelExt xmlns:dsp="http://schemas.microsoft.com/office/drawing/2008/diagram" relId="rId9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B4066C96-EAB7-457D-B8F0-6010951023F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1468B6C2-A5FD-41B8-804B-1D06D24CB83A}">
      <dgm:prSet phldrT="[Text]"/>
      <dgm:spPr/>
      <dgm:t>
        <a:bodyPr/>
        <a:lstStyle/>
        <a:p>
          <a:r>
            <a:rPr lang="en-GB" dirty="0" smtClean="0"/>
            <a:t>Service Description</a:t>
          </a:r>
          <a:endParaRPr lang="en-US" dirty="0"/>
        </a:p>
      </dgm:t>
    </dgm:pt>
    <dgm:pt modelId="{A3F3AA51-AF96-49C2-A59B-BE4840AEC32A}" type="parTrans" cxnId="{E775A390-15F6-4C55-B2BB-12F2D328A087}">
      <dgm:prSet/>
      <dgm:spPr/>
      <dgm:t>
        <a:bodyPr/>
        <a:lstStyle/>
        <a:p>
          <a:endParaRPr lang="en-US"/>
        </a:p>
      </dgm:t>
    </dgm:pt>
    <dgm:pt modelId="{03370945-1591-412C-BF67-7101FDB61E48}" type="sibTrans" cxnId="{E775A390-15F6-4C55-B2BB-12F2D328A087}">
      <dgm:prSet/>
      <dgm:spPr/>
      <dgm:t>
        <a:bodyPr/>
        <a:lstStyle/>
        <a:p>
          <a:endParaRPr lang="en-US"/>
        </a:p>
      </dgm:t>
    </dgm:pt>
    <dgm:pt modelId="{833F2B3D-0665-4826-858E-75CF5147550C}">
      <dgm:prSet phldrT="[Text]"/>
      <dgm:spPr/>
      <dgm:t>
        <a:bodyPr/>
        <a:lstStyle/>
        <a:p>
          <a:r>
            <a:rPr lang="en-GB" dirty="0" smtClean="0"/>
            <a:t>Hours of operation</a:t>
          </a:r>
          <a:endParaRPr lang="en-US" dirty="0"/>
        </a:p>
      </dgm:t>
    </dgm:pt>
    <dgm:pt modelId="{22C7E18F-99B0-4352-B115-E396178A6F72}" type="parTrans" cxnId="{452A3459-5E77-44FA-91E2-F14579C81A0D}">
      <dgm:prSet/>
      <dgm:spPr/>
      <dgm:t>
        <a:bodyPr/>
        <a:lstStyle/>
        <a:p>
          <a:endParaRPr lang="en-US"/>
        </a:p>
      </dgm:t>
    </dgm:pt>
    <dgm:pt modelId="{ECF1233E-4B08-4812-96A6-C6206ADABA8D}" type="sibTrans" cxnId="{452A3459-5E77-44FA-91E2-F14579C81A0D}">
      <dgm:prSet/>
      <dgm:spPr/>
      <dgm:t>
        <a:bodyPr/>
        <a:lstStyle/>
        <a:p>
          <a:endParaRPr lang="en-US"/>
        </a:p>
      </dgm:t>
    </dgm:pt>
    <dgm:pt modelId="{A169ADDB-C6D8-4A8C-89E4-621D32BDF091}">
      <dgm:prSet phldrT="[Text]"/>
      <dgm:spPr/>
      <dgm:t>
        <a:bodyPr/>
        <a:lstStyle/>
        <a:p>
          <a:r>
            <a:rPr lang="en-GB" dirty="0" smtClean="0"/>
            <a:t>User Response times</a:t>
          </a:r>
          <a:endParaRPr lang="en-US" dirty="0"/>
        </a:p>
      </dgm:t>
    </dgm:pt>
    <dgm:pt modelId="{B6E10A14-57D6-4330-8A3D-85C6F8595277}" type="parTrans" cxnId="{1EB2D7F6-BE2C-45F7-B68F-940CF40B7703}">
      <dgm:prSet/>
      <dgm:spPr/>
      <dgm:t>
        <a:bodyPr/>
        <a:lstStyle/>
        <a:p>
          <a:endParaRPr lang="en-US"/>
        </a:p>
      </dgm:t>
    </dgm:pt>
    <dgm:pt modelId="{C075E336-A66F-4B73-AAE0-C42D6F86829A}" type="sibTrans" cxnId="{1EB2D7F6-BE2C-45F7-B68F-940CF40B7703}">
      <dgm:prSet/>
      <dgm:spPr/>
      <dgm:t>
        <a:bodyPr/>
        <a:lstStyle/>
        <a:p>
          <a:endParaRPr lang="en-US"/>
        </a:p>
      </dgm:t>
    </dgm:pt>
    <dgm:pt modelId="{2FCD8C45-49C5-4D9A-A129-A16F1EF927C1}">
      <dgm:prSet phldrT="[Text]"/>
      <dgm:spPr/>
      <dgm:t>
        <a:bodyPr/>
        <a:lstStyle/>
        <a:p>
          <a:r>
            <a:rPr lang="en-GB" dirty="0" smtClean="0"/>
            <a:t>Incident Response times</a:t>
          </a:r>
          <a:endParaRPr lang="en-US" dirty="0"/>
        </a:p>
      </dgm:t>
    </dgm:pt>
    <dgm:pt modelId="{DD8F6F86-A448-4ABA-9352-BA8ED85D9F65}" type="parTrans" cxnId="{E333C0D0-440F-4C29-84C5-4BB390D29B1F}">
      <dgm:prSet/>
      <dgm:spPr/>
      <dgm:t>
        <a:bodyPr/>
        <a:lstStyle/>
        <a:p>
          <a:endParaRPr lang="en-US"/>
        </a:p>
      </dgm:t>
    </dgm:pt>
    <dgm:pt modelId="{C158ADFB-A340-4709-A60C-3AFF89AF8E5C}" type="sibTrans" cxnId="{E333C0D0-440F-4C29-84C5-4BB390D29B1F}">
      <dgm:prSet/>
      <dgm:spPr/>
      <dgm:t>
        <a:bodyPr/>
        <a:lstStyle/>
        <a:p>
          <a:endParaRPr lang="en-US"/>
        </a:p>
      </dgm:t>
    </dgm:pt>
    <dgm:pt modelId="{44288BE6-39C6-4159-8711-2BB46193E11D}">
      <dgm:prSet phldrT="[Text]"/>
      <dgm:spPr/>
      <dgm:t>
        <a:bodyPr/>
        <a:lstStyle/>
        <a:p>
          <a:r>
            <a:rPr lang="en-GB" dirty="0" smtClean="0"/>
            <a:t>Resolution times</a:t>
          </a:r>
          <a:endParaRPr lang="en-US" dirty="0"/>
        </a:p>
      </dgm:t>
    </dgm:pt>
    <dgm:pt modelId="{E3416BB7-B243-419D-9701-DD00163077BB}" type="parTrans" cxnId="{A031CD7E-E233-4404-9DD8-6AE3C47CE81E}">
      <dgm:prSet/>
      <dgm:spPr/>
      <dgm:t>
        <a:bodyPr/>
        <a:lstStyle/>
        <a:p>
          <a:endParaRPr lang="en-US"/>
        </a:p>
      </dgm:t>
    </dgm:pt>
    <dgm:pt modelId="{BF009620-E0A3-46C9-92E7-DDDFA12BBA2B}" type="sibTrans" cxnId="{A031CD7E-E233-4404-9DD8-6AE3C47CE81E}">
      <dgm:prSet/>
      <dgm:spPr/>
      <dgm:t>
        <a:bodyPr/>
        <a:lstStyle/>
        <a:p>
          <a:endParaRPr lang="en-US"/>
        </a:p>
      </dgm:t>
    </dgm:pt>
    <dgm:pt modelId="{FBCA2127-C001-49A3-B347-43100FE8DF13}">
      <dgm:prSet phldrT="[Text]"/>
      <dgm:spPr/>
      <dgm:t>
        <a:bodyPr/>
        <a:lstStyle/>
        <a:p>
          <a:r>
            <a:rPr lang="en-GB" dirty="0" smtClean="0"/>
            <a:t>Availability &amp; Continuity targets</a:t>
          </a:r>
          <a:endParaRPr lang="en-US" dirty="0"/>
        </a:p>
      </dgm:t>
    </dgm:pt>
    <dgm:pt modelId="{FCDAC467-5E07-4C61-8B56-72000158FF95}" type="parTrans" cxnId="{73109EFD-B0C3-43EC-AB9D-7E60F03233D2}">
      <dgm:prSet/>
      <dgm:spPr/>
      <dgm:t>
        <a:bodyPr/>
        <a:lstStyle/>
        <a:p>
          <a:endParaRPr lang="en-US"/>
        </a:p>
      </dgm:t>
    </dgm:pt>
    <dgm:pt modelId="{D15066C6-1C41-4CA3-9721-5FF57190CE84}" type="sibTrans" cxnId="{73109EFD-B0C3-43EC-AB9D-7E60F03233D2}">
      <dgm:prSet/>
      <dgm:spPr/>
      <dgm:t>
        <a:bodyPr/>
        <a:lstStyle/>
        <a:p>
          <a:endParaRPr lang="en-US"/>
        </a:p>
      </dgm:t>
    </dgm:pt>
    <dgm:pt modelId="{DDFDE028-45CB-4853-83E8-B0F2C043DA9B}">
      <dgm:prSet phldrT="[Text]"/>
      <dgm:spPr/>
      <dgm:t>
        <a:bodyPr/>
        <a:lstStyle/>
        <a:p>
          <a:r>
            <a:rPr lang="en-GB" dirty="0" smtClean="0"/>
            <a:t>Customer Responsibilities</a:t>
          </a:r>
          <a:endParaRPr lang="en-US" dirty="0"/>
        </a:p>
      </dgm:t>
    </dgm:pt>
    <dgm:pt modelId="{B695849A-D44E-46EC-810D-0656CB631BC9}" type="parTrans" cxnId="{AC80B4A2-96C0-416C-8DAD-C96BDF7E1082}">
      <dgm:prSet/>
      <dgm:spPr/>
      <dgm:t>
        <a:bodyPr/>
        <a:lstStyle/>
        <a:p>
          <a:endParaRPr lang="en-US"/>
        </a:p>
      </dgm:t>
    </dgm:pt>
    <dgm:pt modelId="{C193839B-338B-498A-8963-1C08738478E2}" type="sibTrans" cxnId="{AC80B4A2-96C0-416C-8DAD-C96BDF7E1082}">
      <dgm:prSet/>
      <dgm:spPr/>
      <dgm:t>
        <a:bodyPr/>
        <a:lstStyle/>
        <a:p>
          <a:endParaRPr lang="en-US"/>
        </a:p>
      </dgm:t>
    </dgm:pt>
    <dgm:pt modelId="{B6AB28C6-B05D-457A-B2C1-FAD663E377F2}">
      <dgm:prSet phldrT="[Text]"/>
      <dgm:spPr/>
      <dgm:t>
        <a:bodyPr/>
        <a:lstStyle/>
        <a:p>
          <a:r>
            <a:rPr lang="en-GB" dirty="0" smtClean="0"/>
            <a:t>Critical operational periods</a:t>
          </a:r>
          <a:endParaRPr lang="en-US" dirty="0"/>
        </a:p>
      </dgm:t>
    </dgm:pt>
    <dgm:pt modelId="{AF1F6C2E-EECC-4F18-A1C9-33183030FB3A}" type="parTrans" cxnId="{AC9094E2-C8F6-422C-8A6B-6BA5E2BB958E}">
      <dgm:prSet/>
      <dgm:spPr/>
      <dgm:t>
        <a:bodyPr/>
        <a:lstStyle/>
        <a:p>
          <a:endParaRPr lang="en-US"/>
        </a:p>
      </dgm:t>
    </dgm:pt>
    <dgm:pt modelId="{5C18F358-8E90-4929-AA84-4F1200B5653C}" type="sibTrans" cxnId="{AC9094E2-C8F6-422C-8A6B-6BA5E2BB958E}">
      <dgm:prSet/>
      <dgm:spPr/>
      <dgm:t>
        <a:bodyPr/>
        <a:lstStyle/>
        <a:p>
          <a:endParaRPr lang="en-US"/>
        </a:p>
      </dgm:t>
    </dgm:pt>
    <dgm:pt modelId="{466ABC1A-BD8F-425A-B5E4-8885C2E809A4}">
      <dgm:prSet phldrT="[Text]"/>
      <dgm:spPr/>
      <dgm:t>
        <a:bodyPr/>
        <a:lstStyle/>
        <a:p>
          <a:r>
            <a:rPr lang="en-GB" dirty="0" smtClean="0"/>
            <a:t>Change Response Times</a:t>
          </a:r>
          <a:endParaRPr lang="en-US" dirty="0"/>
        </a:p>
      </dgm:t>
    </dgm:pt>
    <dgm:pt modelId="{675DDDCF-1402-4574-A24E-4E5CBD4B66D7}" type="parTrans" cxnId="{6788EE98-F87B-41D1-886A-DF3C1545CB62}">
      <dgm:prSet/>
      <dgm:spPr/>
      <dgm:t>
        <a:bodyPr/>
        <a:lstStyle/>
        <a:p>
          <a:endParaRPr lang="en-US"/>
        </a:p>
      </dgm:t>
    </dgm:pt>
    <dgm:pt modelId="{E6A37CD6-549F-4EE5-A6C4-ED5941706B32}" type="sibTrans" cxnId="{6788EE98-F87B-41D1-886A-DF3C1545CB62}">
      <dgm:prSet/>
      <dgm:spPr/>
      <dgm:t>
        <a:bodyPr/>
        <a:lstStyle/>
        <a:p>
          <a:endParaRPr lang="en-US"/>
        </a:p>
      </dgm:t>
    </dgm:pt>
    <dgm:pt modelId="{E13E2FC8-6A77-4524-8E8F-4B6E0C296710}" type="pres">
      <dgm:prSet presAssocID="{B4066C96-EAB7-457D-B8F0-6010951023F6}" presName="diagram" presStyleCnt="0">
        <dgm:presLayoutVars>
          <dgm:dir/>
          <dgm:resizeHandles val="exact"/>
        </dgm:presLayoutVars>
      </dgm:prSet>
      <dgm:spPr/>
      <dgm:t>
        <a:bodyPr/>
        <a:lstStyle/>
        <a:p>
          <a:endParaRPr lang="en-US"/>
        </a:p>
      </dgm:t>
    </dgm:pt>
    <dgm:pt modelId="{4B135EEA-AAB5-414A-A6F4-1AEEA1802546}" type="pres">
      <dgm:prSet presAssocID="{1468B6C2-A5FD-41B8-804B-1D06D24CB83A}" presName="node" presStyleLbl="node1" presStyleIdx="0" presStyleCnt="9">
        <dgm:presLayoutVars>
          <dgm:bulletEnabled val="1"/>
        </dgm:presLayoutVars>
      </dgm:prSet>
      <dgm:spPr/>
      <dgm:t>
        <a:bodyPr/>
        <a:lstStyle/>
        <a:p>
          <a:endParaRPr lang="en-US"/>
        </a:p>
      </dgm:t>
    </dgm:pt>
    <dgm:pt modelId="{7EBCE388-379E-45E8-8678-A724897E716C}" type="pres">
      <dgm:prSet presAssocID="{03370945-1591-412C-BF67-7101FDB61E48}" presName="sibTrans" presStyleCnt="0"/>
      <dgm:spPr/>
    </dgm:pt>
    <dgm:pt modelId="{BFF21A51-E1FB-4B20-8FEE-97C2A611005B}" type="pres">
      <dgm:prSet presAssocID="{833F2B3D-0665-4826-858E-75CF5147550C}" presName="node" presStyleLbl="node1" presStyleIdx="1" presStyleCnt="9">
        <dgm:presLayoutVars>
          <dgm:bulletEnabled val="1"/>
        </dgm:presLayoutVars>
      </dgm:prSet>
      <dgm:spPr/>
      <dgm:t>
        <a:bodyPr/>
        <a:lstStyle/>
        <a:p>
          <a:endParaRPr lang="en-US"/>
        </a:p>
      </dgm:t>
    </dgm:pt>
    <dgm:pt modelId="{037C7563-AAA7-4C7D-A0D4-4A265FDAAEFC}" type="pres">
      <dgm:prSet presAssocID="{ECF1233E-4B08-4812-96A6-C6206ADABA8D}" presName="sibTrans" presStyleCnt="0"/>
      <dgm:spPr/>
    </dgm:pt>
    <dgm:pt modelId="{7F8EC4B2-820E-45E6-950A-4D9D73101BD0}" type="pres">
      <dgm:prSet presAssocID="{A169ADDB-C6D8-4A8C-89E4-621D32BDF091}" presName="node" presStyleLbl="node1" presStyleIdx="2" presStyleCnt="9">
        <dgm:presLayoutVars>
          <dgm:bulletEnabled val="1"/>
        </dgm:presLayoutVars>
      </dgm:prSet>
      <dgm:spPr/>
      <dgm:t>
        <a:bodyPr/>
        <a:lstStyle/>
        <a:p>
          <a:endParaRPr lang="en-US"/>
        </a:p>
      </dgm:t>
    </dgm:pt>
    <dgm:pt modelId="{BA08AF89-3668-4D26-A970-7491BCCE2059}" type="pres">
      <dgm:prSet presAssocID="{C075E336-A66F-4B73-AAE0-C42D6F86829A}" presName="sibTrans" presStyleCnt="0"/>
      <dgm:spPr/>
    </dgm:pt>
    <dgm:pt modelId="{2D44BC6F-388C-4A9B-B5B3-4071FE295ABB}" type="pres">
      <dgm:prSet presAssocID="{2FCD8C45-49C5-4D9A-A129-A16F1EF927C1}" presName="node" presStyleLbl="node1" presStyleIdx="3" presStyleCnt="9">
        <dgm:presLayoutVars>
          <dgm:bulletEnabled val="1"/>
        </dgm:presLayoutVars>
      </dgm:prSet>
      <dgm:spPr/>
      <dgm:t>
        <a:bodyPr/>
        <a:lstStyle/>
        <a:p>
          <a:endParaRPr lang="en-US"/>
        </a:p>
      </dgm:t>
    </dgm:pt>
    <dgm:pt modelId="{B07A8991-8A15-4092-BA1F-F2007BF784AE}" type="pres">
      <dgm:prSet presAssocID="{C158ADFB-A340-4709-A60C-3AFF89AF8E5C}" presName="sibTrans" presStyleCnt="0"/>
      <dgm:spPr/>
    </dgm:pt>
    <dgm:pt modelId="{C0677A42-9424-418B-B17D-3258CBCDEFAA}" type="pres">
      <dgm:prSet presAssocID="{44288BE6-39C6-4159-8711-2BB46193E11D}" presName="node" presStyleLbl="node1" presStyleIdx="4" presStyleCnt="9">
        <dgm:presLayoutVars>
          <dgm:bulletEnabled val="1"/>
        </dgm:presLayoutVars>
      </dgm:prSet>
      <dgm:spPr/>
      <dgm:t>
        <a:bodyPr/>
        <a:lstStyle/>
        <a:p>
          <a:endParaRPr lang="en-US"/>
        </a:p>
      </dgm:t>
    </dgm:pt>
    <dgm:pt modelId="{90E50C71-83B5-4249-B689-AF4C89FD485D}" type="pres">
      <dgm:prSet presAssocID="{BF009620-E0A3-46C9-92E7-DDDFA12BBA2B}" presName="sibTrans" presStyleCnt="0"/>
      <dgm:spPr/>
    </dgm:pt>
    <dgm:pt modelId="{60059F4D-9992-4FCD-B8BD-FF036E968E06}" type="pres">
      <dgm:prSet presAssocID="{FBCA2127-C001-49A3-B347-43100FE8DF13}" presName="node" presStyleLbl="node1" presStyleIdx="5" presStyleCnt="9">
        <dgm:presLayoutVars>
          <dgm:bulletEnabled val="1"/>
        </dgm:presLayoutVars>
      </dgm:prSet>
      <dgm:spPr/>
      <dgm:t>
        <a:bodyPr/>
        <a:lstStyle/>
        <a:p>
          <a:endParaRPr lang="en-US"/>
        </a:p>
      </dgm:t>
    </dgm:pt>
    <dgm:pt modelId="{00026CBC-D7D4-4EB4-97B9-24C1508E9EED}" type="pres">
      <dgm:prSet presAssocID="{D15066C6-1C41-4CA3-9721-5FF57190CE84}" presName="sibTrans" presStyleCnt="0"/>
      <dgm:spPr/>
    </dgm:pt>
    <dgm:pt modelId="{8437C264-A067-4468-9614-E6A0C794441C}" type="pres">
      <dgm:prSet presAssocID="{DDFDE028-45CB-4853-83E8-B0F2C043DA9B}" presName="node" presStyleLbl="node1" presStyleIdx="6" presStyleCnt="9">
        <dgm:presLayoutVars>
          <dgm:bulletEnabled val="1"/>
        </dgm:presLayoutVars>
      </dgm:prSet>
      <dgm:spPr/>
      <dgm:t>
        <a:bodyPr/>
        <a:lstStyle/>
        <a:p>
          <a:endParaRPr lang="en-US"/>
        </a:p>
      </dgm:t>
    </dgm:pt>
    <dgm:pt modelId="{BF5634CB-D310-4626-B5A8-C3759AF93BEC}" type="pres">
      <dgm:prSet presAssocID="{C193839B-338B-498A-8963-1C08738478E2}" presName="sibTrans" presStyleCnt="0"/>
      <dgm:spPr/>
    </dgm:pt>
    <dgm:pt modelId="{6E6D44C6-6D12-4920-A5D6-0CC44A34BBDD}" type="pres">
      <dgm:prSet presAssocID="{B6AB28C6-B05D-457A-B2C1-FAD663E377F2}" presName="node" presStyleLbl="node1" presStyleIdx="7" presStyleCnt="9">
        <dgm:presLayoutVars>
          <dgm:bulletEnabled val="1"/>
        </dgm:presLayoutVars>
      </dgm:prSet>
      <dgm:spPr/>
      <dgm:t>
        <a:bodyPr/>
        <a:lstStyle/>
        <a:p>
          <a:endParaRPr lang="en-US"/>
        </a:p>
      </dgm:t>
    </dgm:pt>
    <dgm:pt modelId="{EA1BE76F-7A9D-4914-B69F-11E485B07075}" type="pres">
      <dgm:prSet presAssocID="{5C18F358-8E90-4929-AA84-4F1200B5653C}" presName="sibTrans" presStyleCnt="0"/>
      <dgm:spPr/>
    </dgm:pt>
    <dgm:pt modelId="{3F265FBA-E7F3-4C60-9E85-C271DE4827E6}" type="pres">
      <dgm:prSet presAssocID="{466ABC1A-BD8F-425A-B5E4-8885C2E809A4}" presName="node" presStyleLbl="node1" presStyleIdx="8" presStyleCnt="9">
        <dgm:presLayoutVars>
          <dgm:bulletEnabled val="1"/>
        </dgm:presLayoutVars>
      </dgm:prSet>
      <dgm:spPr/>
      <dgm:t>
        <a:bodyPr/>
        <a:lstStyle/>
        <a:p>
          <a:endParaRPr lang="en-US"/>
        </a:p>
      </dgm:t>
    </dgm:pt>
  </dgm:ptLst>
  <dgm:cxnLst>
    <dgm:cxn modelId="{5EE20D07-066B-459E-8C96-49E6C63418CE}" type="presOf" srcId="{B6AB28C6-B05D-457A-B2C1-FAD663E377F2}" destId="{6E6D44C6-6D12-4920-A5D6-0CC44A34BBDD}" srcOrd="0" destOrd="0" presId="urn:microsoft.com/office/officeart/2005/8/layout/default"/>
    <dgm:cxn modelId="{A031CD7E-E233-4404-9DD8-6AE3C47CE81E}" srcId="{B4066C96-EAB7-457D-B8F0-6010951023F6}" destId="{44288BE6-39C6-4159-8711-2BB46193E11D}" srcOrd="4" destOrd="0" parTransId="{E3416BB7-B243-419D-9701-DD00163077BB}" sibTransId="{BF009620-E0A3-46C9-92E7-DDDFA12BBA2B}"/>
    <dgm:cxn modelId="{B4F92E49-31E6-4E47-9F31-EC108FF2AEEB}" type="presOf" srcId="{1468B6C2-A5FD-41B8-804B-1D06D24CB83A}" destId="{4B135EEA-AAB5-414A-A6F4-1AEEA1802546}" srcOrd="0" destOrd="0" presId="urn:microsoft.com/office/officeart/2005/8/layout/default"/>
    <dgm:cxn modelId="{AC80B4A2-96C0-416C-8DAD-C96BDF7E1082}" srcId="{B4066C96-EAB7-457D-B8F0-6010951023F6}" destId="{DDFDE028-45CB-4853-83E8-B0F2C043DA9B}" srcOrd="6" destOrd="0" parTransId="{B695849A-D44E-46EC-810D-0656CB631BC9}" sibTransId="{C193839B-338B-498A-8963-1C08738478E2}"/>
    <dgm:cxn modelId="{6D5D353E-1E91-4F9C-98C9-D045088CB2A2}" type="presOf" srcId="{FBCA2127-C001-49A3-B347-43100FE8DF13}" destId="{60059F4D-9992-4FCD-B8BD-FF036E968E06}" srcOrd="0" destOrd="0" presId="urn:microsoft.com/office/officeart/2005/8/layout/default"/>
    <dgm:cxn modelId="{28F37BA9-7040-48E2-B2F4-822BA3FFF34A}" type="presOf" srcId="{44288BE6-39C6-4159-8711-2BB46193E11D}" destId="{C0677A42-9424-418B-B17D-3258CBCDEFAA}" srcOrd="0" destOrd="0" presId="urn:microsoft.com/office/officeart/2005/8/layout/default"/>
    <dgm:cxn modelId="{E333C0D0-440F-4C29-84C5-4BB390D29B1F}" srcId="{B4066C96-EAB7-457D-B8F0-6010951023F6}" destId="{2FCD8C45-49C5-4D9A-A129-A16F1EF927C1}" srcOrd="3" destOrd="0" parTransId="{DD8F6F86-A448-4ABA-9352-BA8ED85D9F65}" sibTransId="{C158ADFB-A340-4709-A60C-3AFF89AF8E5C}"/>
    <dgm:cxn modelId="{F51D0419-9F55-4490-A6AB-1985ADDBC9B8}" type="presOf" srcId="{B4066C96-EAB7-457D-B8F0-6010951023F6}" destId="{E13E2FC8-6A77-4524-8E8F-4B6E0C296710}" srcOrd="0" destOrd="0" presId="urn:microsoft.com/office/officeart/2005/8/layout/default"/>
    <dgm:cxn modelId="{27527D83-F28A-4B04-9793-39BD8D53E82E}" type="presOf" srcId="{466ABC1A-BD8F-425A-B5E4-8885C2E809A4}" destId="{3F265FBA-E7F3-4C60-9E85-C271DE4827E6}" srcOrd="0" destOrd="0" presId="urn:microsoft.com/office/officeart/2005/8/layout/default"/>
    <dgm:cxn modelId="{73109EFD-B0C3-43EC-AB9D-7E60F03233D2}" srcId="{B4066C96-EAB7-457D-B8F0-6010951023F6}" destId="{FBCA2127-C001-49A3-B347-43100FE8DF13}" srcOrd="5" destOrd="0" parTransId="{FCDAC467-5E07-4C61-8B56-72000158FF95}" sibTransId="{D15066C6-1C41-4CA3-9721-5FF57190CE84}"/>
    <dgm:cxn modelId="{3DAA3979-A79A-45BC-B3C5-EB6E5012A534}" type="presOf" srcId="{2FCD8C45-49C5-4D9A-A129-A16F1EF927C1}" destId="{2D44BC6F-388C-4A9B-B5B3-4071FE295ABB}" srcOrd="0" destOrd="0" presId="urn:microsoft.com/office/officeart/2005/8/layout/default"/>
    <dgm:cxn modelId="{6B07BB9B-EB44-4B36-89A3-07969E56E209}" type="presOf" srcId="{DDFDE028-45CB-4853-83E8-B0F2C043DA9B}" destId="{8437C264-A067-4468-9614-E6A0C794441C}" srcOrd="0" destOrd="0" presId="urn:microsoft.com/office/officeart/2005/8/layout/default"/>
    <dgm:cxn modelId="{E775A390-15F6-4C55-B2BB-12F2D328A087}" srcId="{B4066C96-EAB7-457D-B8F0-6010951023F6}" destId="{1468B6C2-A5FD-41B8-804B-1D06D24CB83A}" srcOrd="0" destOrd="0" parTransId="{A3F3AA51-AF96-49C2-A59B-BE4840AEC32A}" sibTransId="{03370945-1591-412C-BF67-7101FDB61E48}"/>
    <dgm:cxn modelId="{1EB2D7F6-BE2C-45F7-B68F-940CF40B7703}" srcId="{B4066C96-EAB7-457D-B8F0-6010951023F6}" destId="{A169ADDB-C6D8-4A8C-89E4-621D32BDF091}" srcOrd="2" destOrd="0" parTransId="{B6E10A14-57D6-4330-8A3D-85C6F8595277}" sibTransId="{C075E336-A66F-4B73-AAE0-C42D6F86829A}"/>
    <dgm:cxn modelId="{452A3459-5E77-44FA-91E2-F14579C81A0D}" srcId="{B4066C96-EAB7-457D-B8F0-6010951023F6}" destId="{833F2B3D-0665-4826-858E-75CF5147550C}" srcOrd="1" destOrd="0" parTransId="{22C7E18F-99B0-4352-B115-E396178A6F72}" sibTransId="{ECF1233E-4B08-4812-96A6-C6206ADABA8D}"/>
    <dgm:cxn modelId="{B801521E-C1E9-4617-8E2D-F79A692DD883}" type="presOf" srcId="{833F2B3D-0665-4826-858E-75CF5147550C}" destId="{BFF21A51-E1FB-4B20-8FEE-97C2A611005B}" srcOrd="0" destOrd="0" presId="urn:microsoft.com/office/officeart/2005/8/layout/default"/>
    <dgm:cxn modelId="{AC9094E2-C8F6-422C-8A6B-6BA5E2BB958E}" srcId="{B4066C96-EAB7-457D-B8F0-6010951023F6}" destId="{B6AB28C6-B05D-457A-B2C1-FAD663E377F2}" srcOrd="7" destOrd="0" parTransId="{AF1F6C2E-EECC-4F18-A1C9-33183030FB3A}" sibTransId="{5C18F358-8E90-4929-AA84-4F1200B5653C}"/>
    <dgm:cxn modelId="{53353C5E-34A1-48ED-B581-3EBC78B45456}" type="presOf" srcId="{A169ADDB-C6D8-4A8C-89E4-621D32BDF091}" destId="{7F8EC4B2-820E-45E6-950A-4D9D73101BD0}" srcOrd="0" destOrd="0" presId="urn:microsoft.com/office/officeart/2005/8/layout/default"/>
    <dgm:cxn modelId="{6788EE98-F87B-41D1-886A-DF3C1545CB62}" srcId="{B4066C96-EAB7-457D-B8F0-6010951023F6}" destId="{466ABC1A-BD8F-425A-B5E4-8885C2E809A4}" srcOrd="8" destOrd="0" parTransId="{675DDDCF-1402-4574-A24E-4E5CBD4B66D7}" sibTransId="{E6A37CD6-549F-4EE5-A6C4-ED5941706B32}"/>
    <dgm:cxn modelId="{4A029698-3168-467D-B120-EC82AF420899}" type="presParOf" srcId="{E13E2FC8-6A77-4524-8E8F-4B6E0C296710}" destId="{4B135EEA-AAB5-414A-A6F4-1AEEA1802546}" srcOrd="0" destOrd="0" presId="urn:microsoft.com/office/officeart/2005/8/layout/default"/>
    <dgm:cxn modelId="{29714E76-8801-4EF4-B75F-4127B0031221}" type="presParOf" srcId="{E13E2FC8-6A77-4524-8E8F-4B6E0C296710}" destId="{7EBCE388-379E-45E8-8678-A724897E716C}" srcOrd="1" destOrd="0" presId="urn:microsoft.com/office/officeart/2005/8/layout/default"/>
    <dgm:cxn modelId="{04F3B245-1632-4071-A0BA-BF6081712456}" type="presParOf" srcId="{E13E2FC8-6A77-4524-8E8F-4B6E0C296710}" destId="{BFF21A51-E1FB-4B20-8FEE-97C2A611005B}" srcOrd="2" destOrd="0" presId="urn:microsoft.com/office/officeart/2005/8/layout/default"/>
    <dgm:cxn modelId="{5409360E-A5D1-468C-A6A4-BB9FA4C77723}" type="presParOf" srcId="{E13E2FC8-6A77-4524-8E8F-4B6E0C296710}" destId="{037C7563-AAA7-4C7D-A0D4-4A265FDAAEFC}" srcOrd="3" destOrd="0" presId="urn:microsoft.com/office/officeart/2005/8/layout/default"/>
    <dgm:cxn modelId="{979A8700-08E8-4DF6-94D2-F89BE0C37E69}" type="presParOf" srcId="{E13E2FC8-6A77-4524-8E8F-4B6E0C296710}" destId="{7F8EC4B2-820E-45E6-950A-4D9D73101BD0}" srcOrd="4" destOrd="0" presId="urn:microsoft.com/office/officeart/2005/8/layout/default"/>
    <dgm:cxn modelId="{AB181DF5-582B-48A1-B24C-14CD1D21D695}" type="presParOf" srcId="{E13E2FC8-6A77-4524-8E8F-4B6E0C296710}" destId="{BA08AF89-3668-4D26-A970-7491BCCE2059}" srcOrd="5" destOrd="0" presId="urn:microsoft.com/office/officeart/2005/8/layout/default"/>
    <dgm:cxn modelId="{D0211B25-199F-419E-A423-DBBB6A64149E}" type="presParOf" srcId="{E13E2FC8-6A77-4524-8E8F-4B6E0C296710}" destId="{2D44BC6F-388C-4A9B-B5B3-4071FE295ABB}" srcOrd="6" destOrd="0" presId="urn:microsoft.com/office/officeart/2005/8/layout/default"/>
    <dgm:cxn modelId="{C287EFE5-16F8-4746-860E-9355344ABA72}" type="presParOf" srcId="{E13E2FC8-6A77-4524-8E8F-4B6E0C296710}" destId="{B07A8991-8A15-4092-BA1F-F2007BF784AE}" srcOrd="7" destOrd="0" presId="urn:microsoft.com/office/officeart/2005/8/layout/default"/>
    <dgm:cxn modelId="{0C39DDD8-91CC-4664-9E9C-AF8B2DE7D80D}" type="presParOf" srcId="{E13E2FC8-6A77-4524-8E8F-4B6E0C296710}" destId="{C0677A42-9424-418B-B17D-3258CBCDEFAA}" srcOrd="8" destOrd="0" presId="urn:microsoft.com/office/officeart/2005/8/layout/default"/>
    <dgm:cxn modelId="{3AAD64E7-5EA3-4300-A159-42D10193BFF1}" type="presParOf" srcId="{E13E2FC8-6A77-4524-8E8F-4B6E0C296710}" destId="{90E50C71-83B5-4249-B689-AF4C89FD485D}" srcOrd="9" destOrd="0" presId="urn:microsoft.com/office/officeart/2005/8/layout/default"/>
    <dgm:cxn modelId="{12D7150B-50CE-40DA-B31C-359BFE739007}" type="presParOf" srcId="{E13E2FC8-6A77-4524-8E8F-4B6E0C296710}" destId="{60059F4D-9992-4FCD-B8BD-FF036E968E06}" srcOrd="10" destOrd="0" presId="urn:microsoft.com/office/officeart/2005/8/layout/default"/>
    <dgm:cxn modelId="{8601E139-790C-4FAF-8420-E79F6EE38971}" type="presParOf" srcId="{E13E2FC8-6A77-4524-8E8F-4B6E0C296710}" destId="{00026CBC-D7D4-4EB4-97B9-24C1508E9EED}" srcOrd="11" destOrd="0" presId="urn:microsoft.com/office/officeart/2005/8/layout/default"/>
    <dgm:cxn modelId="{1A53F7E3-7B81-4A10-BB33-FC120D091D0F}" type="presParOf" srcId="{E13E2FC8-6A77-4524-8E8F-4B6E0C296710}" destId="{8437C264-A067-4468-9614-E6A0C794441C}" srcOrd="12" destOrd="0" presId="urn:microsoft.com/office/officeart/2005/8/layout/default"/>
    <dgm:cxn modelId="{91276AC0-7DDC-415D-8DDB-728DDCA89F9D}" type="presParOf" srcId="{E13E2FC8-6A77-4524-8E8F-4B6E0C296710}" destId="{BF5634CB-D310-4626-B5A8-C3759AF93BEC}" srcOrd="13" destOrd="0" presId="urn:microsoft.com/office/officeart/2005/8/layout/default"/>
    <dgm:cxn modelId="{5A0506D3-70AE-4240-9D5C-7EB59BE34349}" type="presParOf" srcId="{E13E2FC8-6A77-4524-8E8F-4B6E0C296710}" destId="{6E6D44C6-6D12-4920-A5D6-0CC44A34BBDD}" srcOrd="14" destOrd="0" presId="urn:microsoft.com/office/officeart/2005/8/layout/default"/>
    <dgm:cxn modelId="{55CC11ED-D6DB-4D17-85F0-B2DB39772B42}" type="presParOf" srcId="{E13E2FC8-6A77-4524-8E8F-4B6E0C296710}" destId="{EA1BE76F-7A9D-4914-B69F-11E485B07075}" srcOrd="15" destOrd="0" presId="urn:microsoft.com/office/officeart/2005/8/layout/default"/>
    <dgm:cxn modelId="{ABADF4B8-7327-43C3-B661-133EE0F0FB26}" type="presParOf" srcId="{E13E2FC8-6A77-4524-8E8F-4B6E0C296710}" destId="{3F265FBA-E7F3-4C60-9E85-C271DE4827E6}"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B431E0-491A-4A29-BE45-09BC8D6F8719}">
      <dsp:nvSpPr>
        <dsp:cNvPr id="0" name=""/>
        <dsp:cNvSpPr/>
      </dsp:nvSpPr>
      <dsp:spPr>
        <a:xfrm>
          <a:off x="0" y="0"/>
          <a:ext cx="6583680" cy="9957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r>
            <a:rPr lang="en-GB" sz="4000" kern="1200" dirty="0" smtClean="0"/>
            <a:t>Define the Market</a:t>
          </a:r>
        </a:p>
      </dsp:txBody>
      <dsp:txXfrm>
        <a:off x="29163" y="29163"/>
        <a:ext cx="5425093" cy="937385"/>
      </dsp:txXfrm>
    </dsp:sp>
    <dsp:sp modelId="{243DCE1D-900F-41FD-A5B9-869CFD8C0171}">
      <dsp:nvSpPr>
        <dsp:cNvPr id="0" name=""/>
        <dsp:cNvSpPr/>
      </dsp:nvSpPr>
      <dsp:spPr>
        <a:xfrm>
          <a:off x="551383" y="1176750"/>
          <a:ext cx="6583680" cy="9957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r>
            <a:rPr lang="en-GB" sz="4000" kern="1200" dirty="0" smtClean="0"/>
            <a:t>Develop the Offerings</a:t>
          </a:r>
          <a:endParaRPr lang="en-US" sz="4000" kern="1200" dirty="0"/>
        </a:p>
      </dsp:txBody>
      <dsp:txXfrm>
        <a:off x="580546" y="1205913"/>
        <a:ext cx="5326758" cy="937385"/>
      </dsp:txXfrm>
    </dsp:sp>
    <dsp:sp modelId="{D5D902AD-3368-4A50-A020-88D50BC4E75B}">
      <dsp:nvSpPr>
        <dsp:cNvPr id="0" name=""/>
        <dsp:cNvSpPr/>
      </dsp:nvSpPr>
      <dsp:spPr>
        <a:xfrm>
          <a:off x="1094536" y="2353500"/>
          <a:ext cx="6583680" cy="9957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r>
            <a:rPr lang="en-GB" sz="4000" kern="1200" dirty="0" smtClean="0"/>
            <a:t>Develop Strategic Assets</a:t>
          </a:r>
          <a:endParaRPr lang="en-US" sz="4000" kern="1200" dirty="0"/>
        </a:p>
      </dsp:txBody>
      <dsp:txXfrm>
        <a:off x="1123699" y="2382663"/>
        <a:ext cx="5334988" cy="937385"/>
      </dsp:txXfrm>
    </dsp:sp>
    <dsp:sp modelId="{1BD2294D-CBD2-44A5-A9E4-9C766BE5747C}">
      <dsp:nvSpPr>
        <dsp:cNvPr id="0" name=""/>
        <dsp:cNvSpPr/>
      </dsp:nvSpPr>
      <dsp:spPr>
        <a:xfrm>
          <a:off x="1645920" y="3530250"/>
          <a:ext cx="6583680" cy="9957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r>
            <a:rPr lang="en-GB" sz="4000" kern="1200" dirty="0" smtClean="0"/>
            <a:t>Prepare for Execution</a:t>
          </a:r>
          <a:endParaRPr lang="en-US" sz="4000" kern="1200" dirty="0"/>
        </a:p>
      </dsp:txBody>
      <dsp:txXfrm>
        <a:off x="1675083" y="3559413"/>
        <a:ext cx="5326758" cy="937385"/>
      </dsp:txXfrm>
    </dsp:sp>
    <dsp:sp modelId="{9E084F9C-5E33-4F3B-85E3-C500556D0C7A}">
      <dsp:nvSpPr>
        <dsp:cNvPr id="0" name=""/>
        <dsp:cNvSpPr/>
      </dsp:nvSpPr>
      <dsp:spPr>
        <a:xfrm>
          <a:off x="5936468" y="762624"/>
          <a:ext cx="647212" cy="64721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en-US" sz="2900" kern="1200"/>
        </a:p>
      </dsp:txBody>
      <dsp:txXfrm>
        <a:off x="6082091" y="762624"/>
        <a:ext cx="355966" cy="487027"/>
      </dsp:txXfrm>
    </dsp:sp>
    <dsp:sp modelId="{FFC998B1-943F-4379-A7EC-9EC3DFD1AEA6}">
      <dsp:nvSpPr>
        <dsp:cNvPr id="0" name=""/>
        <dsp:cNvSpPr/>
      </dsp:nvSpPr>
      <dsp:spPr>
        <a:xfrm>
          <a:off x="6487851" y="1939374"/>
          <a:ext cx="647212" cy="64721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en-US" sz="2900" kern="1200"/>
        </a:p>
      </dsp:txBody>
      <dsp:txXfrm>
        <a:off x="6633474" y="1939374"/>
        <a:ext cx="355966" cy="487027"/>
      </dsp:txXfrm>
    </dsp:sp>
    <dsp:sp modelId="{E09502AE-3BD3-406B-BDCC-4D39BAAAEBC6}">
      <dsp:nvSpPr>
        <dsp:cNvPr id="0" name=""/>
        <dsp:cNvSpPr/>
      </dsp:nvSpPr>
      <dsp:spPr>
        <a:xfrm>
          <a:off x="7031005" y="3116124"/>
          <a:ext cx="647212" cy="64721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en-US" sz="2900" kern="1200"/>
        </a:p>
      </dsp:txBody>
      <dsp:txXfrm>
        <a:off x="7176628" y="3116124"/>
        <a:ext cx="355966" cy="4870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63BD02-23CB-4231-8C4C-341C9B78BA55}">
      <dsp:nvSpPr>
        <dsp:cNvPr id="0" name=""/>
        <dsp:cNvSpPr/>
      </dsp:nvSpPr>
      <dsp:spPr>
        <a:xfrm>
          <a:off x="0" y="224855"/>
          <a:ext cx="6429420" cy="13308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GB" sz="2400" b="1" kern="1200" dirty="0" smtClean="0"/>
            <a:t>Holistic approach to determine the impact of change introduction on the existing services and management processes</a:t>
          </a:r>
          <a:endParaRPr lang="en-US" sz="2400" b="1" kern="1200" dirty="0"/>
        </a:p>
      </dsp:txBody>
      <dsp:txXfrm>
        <a:off x="64968" y="289823"/>
        <a:ext cx="6299484" cy="12009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ECFA44-B099-472C-92E4-780035C304ED}">
      <dsp:nvSpPr>
        <dsp:cNvPr id="0" name=""/>
        <dsp:cNvSpPr/>
      </dsp:nvSpPr>
      <dsp:spPr>
        <a:xfrm>
          <a:off x="0" y="4778"/>
          <a:ext cx="1753493" cy="3597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GB" sz="1500" kern="1200" dirty="0" smtClean="0"/>
            <a:t>Business Process A</a:t>
          </a:r>
          <a:endParaRPr lang="en-US" sz="1500" kern="1200" dirty="0"/>
        </a:p>
      </dsp:txBody>
      <dsp:txXfrm>
        <a:off x="17563" y="22341"/>
        <a:ext cx="1718367" cy="3246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ECFA44-B099-472C-92E4-780035C304ED}">
      <dsp:nvSpPr>
        <dsp:cNvPr id="0" name=""/>
        <dsp:cNvSpPr/>
      </dsp:nvSpPr>
      <dsp:spPr>
        <a:xfrm>
          <a:off x="0" y="4778"/>
          <a:ext cx="1753493" cy="3597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GB" sz="1500" kern="1200" dirty="0" smtClean="0"/>
            <a:t>Business Process B</a:t>
          </a:r>
          <a:endParaRPr lang="en-US" sz="1500" kern="1200" dirty="0"/>
        </a:p>
      </dsp:txBody>
      <dsp:txXfrm>
        <a:off x="17563" y="22341"/>
        <a:ext cx="1718367" cy="3246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ECFA44-B099-472C-92E4-780035C304ED}">
      <dsp:nvSpPr>
        <dsp:cNvPr id="0" name=""/>
        <dsp:cNvSpPr/>
      </dsp:nvSpPr>
      <dsp:spPr>
        <a:xfrm>
          <a:off x="0" y="4778"/>
          <a:ext cx="1753493" cy="3597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GB" sz="1500" kern="1200" dirty="0" smtClean="0"/>
            <a:t>Business Process C</a:t>
          </a:r>
          <a:endParaRPr lang="en-US" sz="1500" kern="1200" dirty="0"/>
        </a:p>
      </dsp:txBody>
      <dsp:txXfrm>
        <a:off x="17563" y="22341"/>
        <a:ext cx="1718367" cy="32464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13CC48-B0FD-4989-B8EC-04E766D314A1}">
      <dsp:nvSpPr>
        <dsp:cNvPr id="0" name=""/>
        <dsp:cNvSpPr/>
      </dsp:nvSpPr>
      <dsp:spPr>
        <a:xfrm>
          <a:off x="2511" y="0"/>
          <a:ext cx="5138513" cy="369333"/>
        </a:xfrm>
        <a:prstGeom prst="roundRect">
          <a:avLst>
            <a:gd name="adj" fmla="val 1000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GB" sz="1600" kern="1200" dirty="0" smtClean="0"/>
            <a:t>Business Service Catalogue</a:t>
          </a:r>
          <a:endParaRPr lang="en-US" sz="1600" kern="1200" dirty="0"/>
        </a:p>
      </dsp:txBody>
      <dsp:txXfrm>
        <a:off x="13328" y="10817"/>
        <a:ext cx="5116879" cy="34769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ECFA44-B099-472C-92E4-780035C304ED}">
      <dsp:nvSpPr>
        <dsp:cNvPr id="0" name=""/>
        <dsp:cNvSpPr/>
      </dsp:nvSpPr>
      <dsp:spPr>
        <a:xfrm>
          <a:off x="0" y="16770"/>
          <a:ext cx="857256"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GB" sz="1400" kern="1200" dirty="0" smtClean="0"/>
            <a:t>Service 1</a:t>
          </a:r>
          <a:endParaRPr lang="en-US" sz="1400" kern="1200" dirty="0"/>
        </a:p>
      </dsp:txBody>
      <dsp:txXfrm>
        <a:off x="16392" y="33162"/>
        <a:ext cx="824472" cy="30300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ECFA44-B099-472C-92E4-780035C304ED}">
      <dsp:nvSpPr>
        <dsp:cNvPr id="0" name=""/>
        <dsp:cNvSpPr/>
      </dsp:nvSpPr>
      <dsp:spPr>
        <a:xfrm>
          <a:off x="0" y="16770"/>
          <a:ext cx="857256"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GB" sz="1400" kern="1200" dirty="0" smtClean="0"/>
            <a:t>Service 2</a:t>
          </a:r>
          <a:endParaRPr lang="en-US" sz="1400" kern="1200" dirty="0"/>
        </a:p>
      </dsp:txBody>
      <dsp:txXfrm>
        <a:off x="16392" y="33162"/>
        <a:ext cx="824472" cy="30300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ECFA44-B099-472C-92E4-780035C304ED}">
      <dsp:nvSpPr>
        <dsp:cNvPr id="0" name=""/>
        <dsp:cNvSpPr/>
      </dsp:nvSpPr>
      <dsp:spPr>
        <a:xfrm>
          <a:off x="0" y="16770"/>
          <a:ext cx="857256"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GB" sz="1400" kern="1200" dirty="0" smtClean="0"/>
            <a:t>Service 3</a:t>
          </a:r>
          <a:endParaRPr lang="en-US" sz="1400" kern="1200" dirty="0"/>
        </a:p>
      </dsp:txBody>
      <dsp:txXfrm>
        <a:off x="16392" y="33162"/>
        <a:ext cx="824472" cy="30300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ECFA44-B099-472C-92E4-780035C304ED}">
      <dsp:nvSpPr>
        <dsp:cNvPr id="0" name=""/>
        <dsp:cNvSpPr/>
      </dsp:nvSpPr>
      <dsp:spPr>
        <a:xfrm>
          <a:off x="0" y="16770"/>
          <a:ext cx="857256"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GB" sz="1400" kern="1200" dirty="0" smtClean="0"/>
            <a:t>Service 4</a:t>
          </a:r>
          <a:endParaRPr lang="en-US" sz="1400" kern="1200" dirty="0"/>
        </a:p>
      </dsp:txBody>
      <dsp:txXfrm>
        <a:off x="16392" y="33162"/>
        <a:ext cx="824472" cy="30300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ECFA44-B099-472C-92E4-780035C304ED}">
      <dsp:nvSpPr>
        <dsp:cNvPr id="0" name=""/>
        <dsp:cNvSpPr/>
      </dsp:nvSpPr>
      <dsp:spPr>
        <a:xfrm>
          <a:off x="0" y="16770"/>
          <a:ext cx="857256"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GB" sz="1400" kern="1200" dirty="0" smtClean="0"/>
            <a:t>Service 5</a:t>
          </a:r>
          <a:endParaRPr lang="en-US" sz="1400" kern="1200" dirty="0"/>
        </a:p>
      </dsp:txBody>
      <dsp:txXfrm>
        <a:off x="16392" y="33162"/>
        <a:ext cx="824472" cy="30300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ECFA44-B099-472C-92E4-780035C304ED}">
      <dsp:nvSpPr>
        <dsp:cNvPr id="0" name=""/>
        <dsp:cNvSpPr/>
      </dsp:nvSpPr>
      <dsp:spPr>
        <a:xfrm>
          <a:off x="0" y="16770"/>
          <a:ext cx="857256"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GB" sz="1400" kern="1200" dirty="0" smtClean="0"/>
            <a:t>Service 6</a:t>
          </a:r>
          <a:endParaRPr lang="en-US" sz="1400" kern="1200" dirty="0"/>
        </a:p>
      </dsp:txBody>
      <dsp:txXfrm>
        <a:off x="16392" y="33162"/>
        <a:ext cx="824472" cy="30300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13CC48-B0FD-4989-B8EC-04E766D314A1}">
      <dsp:nvSpPr>
        <dsp:cNvPr id="0" name=""/>
        <dsp:cNvSpPr/>
      </dsp:nvSpPr>
      <dsp:spPr>
        <a:xfrm>
          <a:off x="2511" y="0"/>
          <a:ext cx="5138513" cy="369332"/>
        </a:xfrm>
        <a:prstGeom prst="roundRect">
          <a:avLst>
            <a:gd name="adj" fmla="val 1000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GB" sz="1600" kern="1200" dirty="0" smtClean="0"/>
            <a:t>Technical Service Catalogue</a:t>
          </a:r>
          <a:endParaRPr lang="en-US" sz="1600" kern="1200" dirty="0"/>
        </a:p>
      </dsp:txBody>
      <dsp:txXfrm>
        <a:off x="13328" y="10817"/>
        <a:ext cx="5116879" cy="34769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FD14FA-3DEF-4DF3-865B-EFD7D02033DA}">
      <dsp:nvSpPr>
        <dsp:cNvPr id="0" name=""/>
        <dsp:cNvSpPr/>
      </dsp:nvSpPr>
      <dsp:spPr>
        <a:xfrm>
          <a:off x="0" y="165204"/>
          <a:ext cx="1357322" cy="324675"/>
        </a:xfrm>
        <a:prstGeom prst="flowChartInputOutp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GB" sz="1500" kern="1200" dirty="0" smtClean="0"/>
            <a:t>Software</a:t>
          </a:r>
          <a:endParaRPr lang="en-US" sz="1500" kern="1200" dirty="0"/>
        </a:p>
      </dsp:txBody>
      <dsp:txXfrm>
        <a:off x="271464" y="165204"/>
        <a:ext cx="814394" cy="32467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FD14FA-3DEF-4DF3-865B-EFD7D02033DA}">
      <dsp:nvSpPr>
        <dsp:cNvPr id="0" name=""/>
        <dsp:cNvSpPr/>
      </dsp:nvSpPr>
      <dsp:spPr>
        <a:xfrm>
          <a:off x="0" y="154382"/>
          <a:ext cx="1357322" cy="346319"/>
        </a:xfrm>
        <a:prstGeom prst="flowChartInputOutp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GB" sz="1600" kern="1200" dirty="0" smtClean="0"/>
            <a:t>Support</a:t>
          </a:r>
          <a:endParaRPr lang="en-US" sz="1600" kern="1200" dirty="0"/>
        </a:p>
      </dsp:txBody>
      <dsp:txXfrm>
        <a:off x="271464" y="154382"/>
        <a:ext cx="814394" cy="34631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FD14FA-3DEF-4DF3-865B-EFD7D02033DA}">
      <dsp:nvSpPr>
        <dsp:cNvPr id="0" name=""/>
        <dsp:cNvSpPr/>
      </dsp:nvSpPr>
      <dsp:spPr>
        <a:xfrm>
          <a:off x="0" y="197672"/>
          <a:ext cx="1428759" cy="259739"/>
        </a:xfrm>
        <a:prstGeom prst="flowChartInputOutp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en-GB" sz="1200" kern="1200" dirty="0" smtClean="0"/>
            <a:t>Applications</a:t>
          </a:r>
          <a:endParaRPr lang="en-US" sz="1200" kern="1200" dirty="0"/>
        </a:p>
      </dsp:txBody>
      <dsp:txXfrm>
        <a:off x="285752" y="197672"/>
        <a:ext cx="857255" cy="25973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FD14FA-3DEF-4DF3-865B-EFD7D02033DA}">
      <dsp:nvSpPr>
        <dsp:cNvPr id="0" name=""/>
        <dsp:cNvSpPr/>
      </dsp:nvSpPr>
      <dsp:spPr>
        <a:xfrm>
          <a:off x="0" y="186849"/>
          <a:ext cx="1357322" cy="281385"/>
        </a:xfrm>
        <a:prstGeom prst="flowChartInputOutp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rtl="0">
            <a:lnSpc>
              <a:spcPct val="90000"/>
            </a:lnSpc>
            <a:spcBef>
              <a:spcPct val="0"/>
            </a:spcBef>
            <a:spcAft>
              <a:spcPct val="35000"/>
            </a:spcAft>
          </a:pPr>
          <a:r>
            <a:rPr lang="en-GB" sz="1300" kern="1200" dirty="0" smtClean="0"/>
            <a:t>Capability</a:t>
          </a:r>
          <a:endParaRPr lang="en-US" sz="1300" kern="1200" dirty="0"/>
        </a:p>
      </dsp:txBody>
      <dsp:txXfrm>
        <a:off x="271464" y="186849"/>
        <a:ext cx="814394" cy="28138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FD14FA-3DEF-4DF3-865B-EFD7D02033DA}">
      <dsp:nvSpPr>
        <dsp:cNvPr id="0" name=""/>
        <dsp:cNvSpPr/>
      </dsp:nvSpPr>
      <dsp:spPr>
        <a:xfrm>
          <a:off x="0" y="222402"/>
          <a:ext cx="1357322" cy="281385"/>
        </a:xfrm>
        <a:prstGeom prst="flowChartInputOutp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rtl="0">
            <a:lnSpc>
              <a:spcPct val="90000"/>
            </a:lnSpc>
            <a:spcBef>
              <a:spcPct val="0"/>
            </a:spcBef>
            <a:spcAft>
              <a:spcPct val="35000"/>
            </a:spcAft>
          </a:pPr>
          <a:r>
            <a:rPr lang="en-GB" sz="1300" kern="1200" dirty="0" smtClean="0"/>
            <a:t>Databases</a:t>
          </a:r>
          <a:endParaRPr lang="en-US" sz="1300" kern="1200" dirty="0"/>
        </a:p>
      </dsp:txBody>
      <dsp:txXfrm>
        <a:off x="271464" y="222402"/>
        <a:ext cx="814394" cy="28138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FD14FA-3DEF-4DF3-865B-EFD7D02033DA}">
      <dsp:nvSpPr>
        <dsp:cNvPr id="0" name=""/>
        <dsp:cNvSpPr/>
      </dsp:nvSpPr>
      <dsp:spPr>
        <a:xfrm>
          <a:off x="0" y="176027"/>
          <a:ext cx="1357322" cy="303030"/>
        </a:xfrm>
        <a:prstGeom prst="flowChartInputOutp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GB" sz="1400" kern="1200" dirty="0" smtClean="0"/>
            <a:t>Hardware</a:t>
          </a:r>
          <a:endParaRPr lang="en-US" sz="1400" kern="1200" dirty="0"/>
        </a:p>
      </dsp:txBody>
      <dsp:txXfrm>
        <a:off x="271464" y="176027"/>
        <a:ext cx="814394" cy="30303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135EEA-AAB5-414A-A6F4-1AEEA1802546}">
      <dsp:nvSpPr>
        <dsp:cNvPr id="0" name=""/>
        <dsp:cNvSpPr/>
      </dsp:nvSpPr>
      <dsp:spPr>
        <a:xfrm>
          <a:off x="439781" y="2478"/>
          <a:ext cx="2274596" cy="13647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GB" sz="2600" kern="1200" dirty="0" smtClean="0"/>
            <a:t>Service Description</a:t>
          </a:r>
          <a:endParaRPr lang="en-US" sz="2600" kern="1200" dirty="0"/>
        </a:p>
      </dsp:txBody>
      <dsp:txXfrm>
        <a:off x="439781" y="2478"/>
        <a:ext cx="2274596" cy="1364757"/>
      </dsp:txXfrm>
    </dsp:sp>
    <dsp:sp modelId="{BFF21A51-E1FB-4B20-8FEE-97C2A611005B}">
      <dsp:nvSpPr>
        <dsp:cNvPr id="0" name=""/>
        <dsp:cNvSpPr/>
      </dsp:nvSpPr>
      <dsp:spPr>
        <a:xfrm>
          <a:off x="2941838" y="2478"/>
          <a:ext cx="2274596" cy="13647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GB" sz="2600" kern="1200" dirty="0" smtClean="0"/>
            <a:t>Hours of operation</a:t>
          </a:r>
          <a:endParaRPr lang="en-US" sz="2600" kern="1200" dirty="0"/>
        </a:p>
      </dsp:txBody>
      <dsp:txXfrm>
        <a:off x="2941838" y="2478"/>
        <a:ext cx="2274596" cy="1364757"/>
      </dsp:txXfrm>
    </dsp:sp>
    <dsp:sp modelId="{7F8EC4B2-820E-45E6-950A-4D9D73101BD0}">
      <dsp:nvSpPr>
        <dsp:cNvPr id="0" name=""/>
        <dsp:cNvSpPr/>
      </dsp:nvSpPr>
      <dsp:spPr>
        <a:xfrm>
          <a:off x="5443894" y="2478"/>
          <a:ext cx="2274596" cy="13647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GB" sz="2600" kern="1200" dirty="0" smtClean="0"/>
            <a:t>User Response times</a:t>
          </a:r>
          <a:endParaRPr lang="en-US" sz="2600" kern="1200" dirty="0"/>
        </a:p>
      </dsp:txBody>
      <dsp:txXfrm>
        <a:off x="5443894" y="2478"/>
        <a:ext cx="2274596" cy="1364757"/>
      </dsp:txXfrm>
    </dsp:sp>
    <dsp:sp modelId="{2D44BC6F-388C-4A9B-B5B3-4071FE295ABB}">
      <dsp:nvSpPr>
        <dsp:cNvPr id="0" name=""/>
        <dsp:cNvSpPr/>
      </dsp:nvSpPr>
      <dsp:spPr>
        <a:xfrm>
          <a:off x="439781" y="1594696"/>
          <a:ext cx="2274596" cy="13647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GB" sz="2600" kern="1200" dirty="0" smtClean="0"/>
            <a:t>Incident Response times</a:t>
          </a:r>
          <a:endParaRPr lang="en-US" sz="2600" kern="1200" dirty="0"/>
        </a:p>
      </dsp:txBody>
      <dsp:txXfrm>
        <a:off x="439781" y="1594696"/>
        <a:ext cx="2274596" cy="1364757"/>
      </dsp:txXfrm>
    </dsp:sp>
    <dsp:sp modelId="{C0677A42-9424-418B-B17D-3258CBCDEFAA}">
      <dsp:nvSpPr>
        <dsp:cNvPr id="0" name=""/>
        <dsp:cNvSpPr/>
      </dsp:nvSpPr>
      <dsp:spPr>
        <a:xfrm>
          <a:off x="2941838" y="1594696"/>
          <a:ext cx="2274596" cy="13647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GB" sz="2600" kern="1200" dirty="0" smtClean="0"/>
            <a:t>Resolution times</a:t>
          </a:r>
          <a:endParaRPr lang="en-US" sz="2600" kern="1200" dirty="0"/>
        </a:p>
      </dsp:txBody>
      <dsp:txXfrm>
        <a:off x="2941838" y="1594696"/>
        <a:ext cx="2274596" cy="1364757"/>
      </dsp:txXfrm>
    </dsp:sp>
    <dsp:sp modelId="{60059F4D-9992-4FCD-B8BD-FF036E968E06}">
      <dsp:nvSpPr>
        <dsp:cNvPr id="0" name=""/>
        <dsp:cNvSpPr/>
      </dsp:nvSpPr>
      <dsp:spPr>
        <a:xfrm>
          <a:off x="5443894" y="1594696"/>
          <a:ext cx="2274596" cy="13647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GB" sz="2600" kern="1200" dirty="0" smtClean="0"/>
            <a:t>Availability &amp; Continuity targets</a:t>
          </a:r>
          <a:endParaRPr lang="en-US" sz="2600" kern="1200" dirty="0"/>
        </a:p>
      </dsp:txBody>
      <dsp:txXfrm>
        <a:off x="5443894" y="1594696"/>
        <a:ext cx="2274596" cy="1364757"/>
      </dsp:txXfrm>
    </dsp:sp>
    <dsp:sp modelId="{8437C264-A067-4468-9614-E6A0C794441C}">
      <dsp:nvSpPr>
        <dsp:cNvPr id="0" name=""/>
        <dsp:cNvSpPr/>
      </dsp:nvSpPr>
      <dsp:spPr>
        <a:xfrm>
          <a:off x="439781" y="3186914"/>
          <a:ext cx="2274596" cy="13647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GB" sz="2600" kern="1200" dirty="0" smtClean="0"/>
            <a:t>Customer Responsibilities</a:t>
          </a:r>
          <a:endParaRPr lang="en-US" sz="2600" kern="1200" dirty="0"/>
        </a:p>
      </dsp:txBody>
      <dsp:txXfrm>
        <a:off x="439781" y="3186914"/>
        <a:ext cx="2274596" cy="1364757"/>
      </dsp:txXfrm>
    </dsp:sp>
    <dsp:sp modelId="{6E6D44C6-6D12-4920-A5D6-0CC44A34BBDD}">
      <dsp:nvSpPr>
        <dsp:cNvPr id="0" name=""/>
        <dsp:cNvSpPr/>
      </dsp:nvSpPr>
      <dsp:spPr>
        <a:xfrm>
          <a:off x="2941838" y="3186914"/>
          <a:ext cx="2274596" cy="13647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GB" sz="2600" kern="1200" dirty="0" smtClean="0"/>
            <a:t>Critical operational periods</a:t>
          </a:r>
          <a:endParaRPr lang="en-US" sz="2600" kern="1200" dirty="0"/>
        </a:p>
      </dsp:txBody>
      <dsp:txXfrm>
        <a:off x="2941838" y="3186914"/>
        <a:ext cx="2274596" cy="1364757"/>
      </dsp:txXfrm>
    </dsp:sp>
    <dsp:sp modelId="{3F265FBA-E7F3-4C60-9E85-C271DE4827E6}">
      <dsp:nvSpPr>
        <dsp:cNvPr id="0" name=""/>
        <dsp:cNvSpPr/>
      </dsp:nvSpPr>
      <dsp:spPr>
        <a:xfrm>
          <a:off x="5443894" y="3186914"/>
          <a:ext cx="2274596" cy="13647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GB" sz="2600" kern="1200" dirty="0" smtClean="0"/>
            <a:t>Change Response Times</a:t>
          </a:r>
          <a:endParaRPr lang="en-US" sz="2600" kern="1200" dirty="0"/>
        </a:p>
      </dsp:txBody>
      <dsp:txXfrm>
        <a:off x="5443894" y="3186914"/>
        <a:ext cx="2274596" cy="136475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044FD-6C43-432E-AE2B-B71D533C8E52}" type="datetimeFigureOut">
              <a:rPr lang="en-US" smtClean="0"/>
              <a:t>10/26/2020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3BD4DD-F4A2-437D-A2E7-6CFB4BAB62FD}" type="slidenum">
              <a:rPr lang="en-US" smtClean="0"/>
              <a:t>‹#›</a:t>
            </a:fld>
            <a:endParaRPr lang="en-US"/>
          </a:p>
        </p:txBody>
      </p:sp>
    </p:spTree>
    <p:extLst>
      <p:ext uri="{BB962C8B-B14F-4D97-AF65-F5344CB8AC3E}">
        <p14:creationId xmlns:p14="http://schemas.microsoft.com/office/powerpoint/2010/main" val="2820113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TextEdit="1"/>
          </p:cNvSpPr>
          <p:nvPr>
            <p:ph type="sldImg"/>
          </p:nvPr>
        </p:nvSpPr>
        <p:spPr bwMode="auto">
          <a:xfrm>
            <a:off x="26988" y="744538"/>
            <a:ext cx="6615112" cy="372268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GB" altLang="en-US" smtClean="0">
              <a:cs typeface="Arial" panose="020B0604020202020204" pitchFamily="34" charset="0"/>
            </a:endParaRPr>
          </a:p>
        </p:txBody>
      </p:sp>
    </p:spTree>
    <p:extLst>
      <p:ext uri="{BB962C8B-B14F-4D97-AF65-F5344CB8AC3E}">
        <p14:creationId xmlns:p14="http://schemas.microsoft.com/office/powerpoint/2010/main" val="1398273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C43BD4DD-F4A2-437D-A2E7-6CFB4BAB62FD}" type="slidenum">
              <a:rPr lang="en-US" smtClean="0"/>
              <a:t>39</a:t>
            </a:fld>
            <a:endParaRPr lang="en-US"/>
          </a:p>
        </p:txBody>
      </p:sp>
    </p:spTree>
    <p:extLst>
      <p:ext uri="{BB962C8B-B14F-4D97-AF65-F5344CB8AC3E}">
        <p14:creationId xmlns:p14="http://schemas.microsoft.com/office/powerpoint/2010/main" val="1619232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84F96AC-5244-4070-9832-9B99CA0E912A}" type="datetimeFigureOut">
              <a:rPr lang="en-US" smtClean="0"/>
              <a:t>10/26/2020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14046-B4DE-40AA-8C28-A992266CDB34}" type="slidenum">
              <a:rPr lang="en-US" smtClean="0"/>
              <a:t>‹#›</a:t>
            </a:fld>
            <a:endParaRPr lang="en-US"/>
          </a:p>
        </p:txBody>
      </p:sp>
    </p:spTree>
    <p:extLst>
      <p:ext uri="{BB962C8B-B14F-4D97-AF65-F5344CB8AC3E}">
        <p14:creationId xmlns:p14="http://schemas.microsoft.com/office/powerpoint/2010/main" val="3022151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4F96AC-5244-4070-9832-9B99CA0E912A}" type="datetimeFigureOut">
              <a:rPr lang="en-US" smtClean="0"/>
              <a:t>10/26/2020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14046-B4DE-40AA-8C28-A992266CDB34}" type="slidenum">
              <a:rPr lang="en-US" smtClean="0"/>
              <a:t>‹#›</a:t>
            </a:fld>
            <a:endParaRPr lang="en-US"/>
          </a:p>
        </p:txBody>
      </p:sp>
    </p:spTree>
    <p:extLst>
      <p:ext uri="{BB962C8B-B14F-4D97-AF65-F5344CB8AC3E}">
        <p14:creationId xmlns:p14="http://schemas.microsoft.com/office/powerpoint/2010/main" val="3552450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84F96AC-5244-4070-9832-9B99CA0E912A}" type="datetimeFigureOut">
              <a:rPr lang="en-US" smtClean="0"/>
              <a:t>10/26/2020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14046-B4DE-40AA-8C28-A992266CDB34}" type="slidenum">
              <a:rPr lang="en-US" smtClean="0"/>
              <a:t>‹#›</a:t>
            </a:fld>
            <a:endParaRPr lang="en-US"/>
          </a:p>
        </p:txBody>
      </p:sp>
    </p:spTree>
    <p:extLst>
      <p:ext uri="{BB962C8B-B14F-4D97-AF65-F5344CB8AC3E}">
        <p14:creationId xmlns:p14="http://schemas.microsoft.com/office/powerpoint/2010/main" val="3367803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84F96AC-5244-4070-9832-9B99CA0E912A}" type="datetimeFigureOut">
              <a:rPr lang="en-US" smtClean="0"/>
              <a:t>10/26/2020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14046-B4DE-40AA-8C28-A992266CDB34}" type="slidenum">
              <a:rPr lang="en-US" smtClean="0"/>
              <a:t>‹#›</a:t>
            </a:fld>
            <a:endParaRPr lang="en-US"/>
          </a:p>
        </p:txBody>
      </p:sp>
    </p:spTree>
    <p:extLst>
      <p:ext uri="{BB962C8B-B14F-4D97-AF65-F5344CB8AC3E}">
        <p14:creationId xmlns:p14="http://schemas.microsoft.com/office/powerpoint/2010/main" val="1194071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84F96AC-5244-4070-9832-9B99CA0E912A}" type="datetimeFigureOut">
              <a:rPr lang="en-US" smtClean="0"/>
              <a:t>10/26/2020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E14046-B4DE-40AA-8C28-A992266CDB34}" type="slidenum">
              <a:rPr lang="en-US" smtClean="0"/>
              <a:t>‹#›</a:t>
            </a:fld>
            <a:endParaRPr lang="en-US"/>
          </a:p>
        </p:txBody>
      </p:sp>
    </p:spTree>
    <p:extLst>
      <p:ext uri="{BB962C8B-B14F-4D97-AF65-F5344CB8AC3E}">
        <p14:creationId xmlns:p14="http://schemas.microsoft.com/office/powerpoint/2010/main" val="3434368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84F96AC-5244-4070-9832-9B99CA0E912A}" type="datetimeFigureOut">
              <a:rPr lang="en-US" smtClean="0"/>
              <a:t>10/26/2020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E14046-B4DE-40AA-8C28-A992266CDB34}" type="slidenum">
              <a:rPr lang="en-US" smtClean="0"/>
              <a:t>‹#›</a:t>
            </a:fld>
            <a:endParaRPr lang="en-US"/>
          </a:p>
        </p:txBody>
      </p:sp>
    </p:spTree>
    <p:extLst>
      <p:ext uri="{BB962C8B-B14F-4D97-AF65-F5344CB8AC3E}">
        <p14:creationId xmlns:p14="http://schemas.microsoft.com/office/powerpoint/2010/main" val="1637397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4F96AC-5244-4070-9832-9B99CA0E912A}" type="datetimeFigureOut">
              <a:rPr lang="en-US" smtClean="0"/>
              <a:t>10/26/2020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E14046-B4DE-40AA-8C28-A992266CDB34}" type="slidenum">
              <a:rPr lang="en-US" smtClean="0"/>
              <a:t>‹#›</a:t>
            </a:fld>
            <a:endParaRPr lang="en-US"/>
          </a:p>
        </p:txBody>
      </p:sp>
    </p:spTree>
    <p:extLst>
      <p:ext uri="{BB962C8B-B14F-4D97-AF65-F5344CB8AC3E}">
        <p14:creationId xmlns:p14="http://schemas.microsoft.com/office/powerpoint/2010/main" val="1247959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84F96AC-5244-4070-9832-9B99CA0E912A}" type="datetimeFigureOut">
              <a:rPr lang="en-US" smtClean="0"/>
              <a:t>10/26/2020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14046-B4DE-40AA-8C28-A992266CDB34}" type="slidenum">
              <a:rPr lang="en-US" smtClean="0"/>
              <a:t>‹#›</a:t>
            </a:fld>
            <a:endParaRPr lang="en-US"/>
          </a:p>
        </p:txBody>
      </p:sp>
    </p:spTree>
    <p:extLst>
      <p:ext uri="{BB962C8B-B14F-4D97-AF65-F5344CB8AC3E}">
        <p14:creationId xmlns:p14="http://schemas.microsoft.com/office/powerpoint/2010/main" val="1670988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84F96AC-5244-4070-9832-9B99CA0E912A}" type="datetimeFigureOut">
              <a:rPr lang="en-US" smtClean="0"/>
              <a:t>10/26/2020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14046-B4DE-40AA-8C28-A992266CDB34}" type="slidenum">
              <a:rPr lang="en-US" smtClean="0"/>
              <a:t>‹#›</a:t>
            </a:fld>
            <a:endParaRPr lang="en-US"/>
          </a:p>
        </p:txBody>
      </p:sp>
    </p:spTree>
    <p:extLst>
      <p:ext uri="{BB962C8B-B14F-4D97-AF65-F5344CB8AC3E}">
        <p14:creationId xmlns:p14="http://schemas.microsoft.com/office/powerpoint/2010/main" val="1758241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4F96AC-5244-4070-9832-9B99CA0E912A}" type="datetimeFigureOut">
              <a:rPr lang="en-US" smtClean="0"/>
              <a:t>10/26/2020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14046-B4DE-40AA-8C28-A992266CDB34}" type="slidenum">
              <a:rPr lang="en-US" smtClean="0"/>
              <a:t>‹#›</a:t>
            </a:fld>
            <a:endParaRPr lang="en-US"/>
          </a:p>
        </p:txBody>
      </p:sp>
    </p:spTree>
    <p:extLst>
      <p:ext uri="{BB962C8B-B14F-4D97-AF65-F5344CB8AC3E}">
        <p14:creationId xmlns:p14="http://schemas.microsoft.com/office/powerpoint/2010/main" val="1190922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4F96AC-5244-4070-9832-9B99CA0E912A}" type="datetimeFigureOut">
              <a:rPr lang="en-US" smtClean="0"/>
              <a:t>10/26/2020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14046-B4DE-40AA-8C28-A992266CDB34}" type="slidenum">
              <a:rPr lang="en-US" smtClean="0"/>
              <a:t>‹#›</a:t>
            </a:fld>
            <a:endParaRPr lang="en-US"/>
          </a:p>
        </p:txBody>
      </p:sp>
    </p:spTree>
    <p:extLst>
      <p:ext uri="{BB962C8B-B14F-4D97-AF65-F5344CB8AC3E}">
        <p14:creationId xmlns:p14="http://schemas.microsoft.com/office/powerpoint/2010/main" val="33184615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resale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vert="horz" wrap="square" lIns="0" tIns="0" rIns="0" bIns="0" rtlCol="0" anchor="t" anchorCtr="0">
            <a:spAutoFit/>
          </a:bodyPr>
          <a:lstStyle>
            <a:lvl1pPr>
              <a:defRPr lang="en-US" dirty="0"/>
            </a:lvl1pPr>
          </a:lstStyle>
          <a:p>
            <a:pPr lvl="0"/>
            <a:r>
              <a:rPr lang="en-US"/>
              <a:t>Please add slide headline here</a:t>
            </a:r>
          </a:p>
        </p:txBody>
      </p:sp>
    </p:spTree>
    <p:extLst>
      <p:ext uri="{BB962C8B-B14F-4D97-AF65-F5344CB8AC3E}">
        <p14:creationId xmlns:p14="http://schemas.microsoft.com/office/powerpoint/2010/main" val="3276804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4F96AC-5244-4070-9832-9B99CA0E912A}" type="datetimeFigureOut">
              <a:rPr lang="en-US" smtClean="0"/>
              <a:t>10/26/2020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E14046-B4DE-40AA-8C28-A992266CDB34}" type="slidenum">
              <a:rPr lang="en-US" smtClean="0"/>
              <a:t>‹#›</a:t>
            </a:fld>
            <a:endParaRPr lang="en-US"/>
          </a:p>
        </p:txBody>
      </p:sp>
    </p:spTree>
    <p:extLst>
      <p:ext uri="{BB962C8B-B14F-4D97-AF65-F5344CB8AC3E}">
        <p14:creationId xmlns:p14="http://schemas.microsoft.com/office/powerpoint/2010/main" val="4261412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6" Type="http://schemas.microsoft.com/office/2007/relationships/diagramDrawing" Target="../diagrams/drawing7.xml"/><Relationship Id="rId21" Type="http://schemas.microsoft.com/office/2007/relationships/diagramDrawing" Target="../diagrams/drawing6.xml"/><Relationship Id="rId42" Type="http://schemas.openxmlformats.org/officeDocument/2006/relationships/diagramData" Target="../diagrams/data11.xml"/><Relationship Id="rId47" Type="http://schemas.openxmlformats.org/officeDocument/2006/relationships/diagramData" Target="../diagrams/data12.xml"/><Relationship Id="rId63" Type="http://schemas.openxmlformats.org/officeDocument/2006/relationships/diagramLayout" Target="../diagrams/layout15.xml"/><Relationship Id="rId68" Type="http://schemas.openxmlformats.org/officeDocument/2006/relationships/diagramLayout" Target="../diagrams/layout16.xml"/><Relationship Id="rId84" Type="http://schemas.openxmlformats.org/officeDocument/2006/relationships/diagramQuickStyle" Target="../diagrams/quickStyle19.xml"/><Relationship Id="rId89" Type="http://schemas.openxmlformats.org/officeDocument/2006/relationships/diagramQuickStyle" Target="../diagrams/quickStyle20.xml"/><Relationship Id="rId16" Type="http://schemas.microsoft.com/office/2007/relationships/diagramDrawing" Target="../diagrams/drawing5.xml"/><Relationship Id="rId11" Type="http://schemas.microsoft.com/office/2007/relationships/diagramDrawing" Target="../diagrams/drawing4.xml"/><Relationship Id="rId32" Type="http://schemas.openxmlformats.org/officeDocument/2006/relationships/diagramData" Target="../diagrams/data9.xml"/><Relationship Id="rId37" Type="http://schemas.openxmlformats.org/officeDocument/2006/relationships/diagramData" Target="../diagrams/data10.xml"/><Relationship Id="rId53" Type="http://schemas.openxmlformats.org/officeDocument/2006/relationships/diagramLayout" Target="../diagrams/layout13.xml"/><Relationship Id="rId58" Type="http://schemas.openxmlformats.org/officeDocument/2006/relationships/diagramLayout" Target="../diagrams/layout14.xml"/><Relationship Id="rId74" Type="http://schemas.openxmlformats.org/officeDocument/2006/relationships/diagramQuickStyle" Target="../diagrams/quickStyle17.xml"/><Relationship Id="rId79" Type="http://schemas.openxmlformats.org/officeDocument/2006/relationships/diagramQuickStyle" Target="../diagrams/quickStyle18.xml"/><Relationship Id="rId5" Type="http://schemas.openxmlformats.org/officeDocument/2006/relationships/diagramColors" Target="../diagrams/colors3.xml"/><Relationship Id="rId90" Type="http://schemas.openxmlformats.org/officeDocument/2006/relationships/diagramColors" Target="../diagrams/colors20.xml"/><Relationship Id="rId95" Type="http://schemas.openxmlformats.org/officeDocument/2006/relationships/diagramColors" Target="../diagrams/colors21.xml"/><Relationship Id="rId22" Type="http://schemas.openxmlformats.org/officeDocument/2006/relationships/diagramData" Target="../diagrams/data7.xml"/><Relationship Id="rId27" Type="http://schemas.openxmlformats.org/officeDocument/2006/relationships/diagramData" Target="../diagrams/data8.xml"/><Relationship Id="rId43" Type="http://schemas.openxmlformats.org/officeDocument/2006/relationships/diagramLayout" Target="../diagrams/layout11.xml"/><Relationship Id="rId48" Type="http://schemas.openxmlformats.org/officeDocument/2006/relationships/diagramLayout" Target="../diagrams/layout12.xml"/><Relationship Id="rId64" Type="http://schemas.openxmlformats.org/officeDocument/2006/relationships/diagramQuickStyle" Target="../diagrams/quickStyle15.xml"/><Relationship Id="rId69" Type="http://schemas.openxmlformats.org/officeDocument/2006/relationships/diagramQuickStyle" Target="../diagrams/quickStyle16.xml"/><Relationship Id="rId8" Type="http://schemas.openxmlformats.org/officeDocument/2006/relationships/diagramLayout" Target="../diagrams/layout4.xml"/><Relationship Id="rId51" Type="http://schemas.microsoft.com/office/2007/relationships/diagramDrawing" Target="../diagrams/drawing12.xml"/><Relationship Id="rId72" Type="http://schemas.openxmlformats.org/officeDocument/2006/relationships/diagramData" Target="../diagrams/data17.xml"/><Relationship Id="rId80" Type="http://schemas.openxmlformats.org/officeDocument/2006/relationships/diagramColors" Target="../diagrams/colors18.xml"/><Relationship Id="rId85" Type="http://schemas.openxmlformats.org/officeDocument/2006/relationships/diagramColors" Target="../diagrams/colors19.xml"/><Relationship Id="rId93" Type="http://schemas.openxmlformats.org/officeDocument/2006/relationships/diagramLayout" Target="../diagrams/layout21.xml"/><Relationship Id="rId3" Type="http://schemas.openxmlformats.org/officeDocument/2006/relationships/diagramLayout" Target="../diagrams/layout3.xml"/><Relationship Id="rId12" Type="http://schemas.openxmlformats.org/officeDocument/2006/relationships/diagramData" Target="../diagrams/data5.xml"/><Relationship Id="rId17" Type="http://schemas.openxmlformats.org/officeDocument/2006/relationships/diagramData" Target="../diagrams/data6.xml"/><Relationship Id="rId25" Type="http://schemas.openxmlformats.org/officeDocument/2006/relationships/diagramColors" Target="../diagrams/colors7.xml"/><Relationship Id="rId33" Type="http://schemas.openxmlformats.org/officeDocument/2006/relationships/diagramLayout" Target="../diagrams/layout9.xml"/><Relationship Id="rId38" Type="http://schemas.openxmlformats.org/officeDocument/2006/relationships/diagramLayout" Target="../diagrams/layout10.xml"/><Relationship Id="rId46" Type="http://schemas.microsoft.com/office/2007/relationships/diagramDrawing" Target="../diagrams/drawing11.xml"/><Relationship Id="rId59" Type="http://schemas.openxmlformats.org/officeDocument/2006/relationships/diagramQuickStyle" Target="../diagrams/quickStyle14.xml"/><Relationship Id="rId67" Type="http://schemas.openxmlformats.org/officeDocument/2006/relationships/diagramData" Target="../diagrams/data16.xml"/><Relationship Id="rId20" Type="http://schemas.openxmlformats.org/officeDocument/2006/relationships/diagramColors" Target="../diagrams/colors6.xml"/><Relationship Id="rId41" Type="http://schemas.microsoft.com/office/2007/relationships/diagramDrawing" Target="../diagrams/drawing10.xml"/><Relationship Id="rId54" Type="http://schemas.openxmlformats.org/officeDocument/2006/relationships/diagramQuickStyle" Target="../diagrams/quickStyle13.xml"/><Relationship Id="rId62" Type="http://schemas.openxmlformats.org/officeDocument/2006/relationships/diagramData" Target="../diagrams/data15.xml"/><Relationship Id="rId70" Type="http://schemas.openxmlformats.org/officeDocument/2006/relationships/diagramColors" Target="../diagrams/colors16.xml"/><Relationship Id="rId75" Type="http://schemas.openxmlformats.org/officeDocument/2006/relationships/diagramColors" Target="../diagrams/colors17.xml"/><Relationship Id="rId83" Type="http://schemas.openxmlformats.org/officeDocument/2006/relationships/diagramLayout" Target="../diagrams/layout19.xml"/><Relationship Id="rId88" Type="http://schemas.openxmlformats.org/officeDocument/2006/relationships/diagramLayout" Target="../diagrams/layout20.xml"/><Relationship Id="rId91" Type="http://schemas.microsoft.com/office/2007/relationships/diagramDrawing" Target="../diagrams/drawing20.xml"/><Relationship Id="rId96" Type="http://schemas.microsoft.com/office/2007/relationships/diagramDrawing" Target="../diagrams/drawing21.xml"/><Relationship Id="rId1" Type="http://schemas.openxmlformats.org/officeDocument/2006/relationships/slideLayout" Target="../slideLayouts/slideLayout7.xml"/><Relationship Id="rId6" Type="http://schemas.microsoft.com/office/2007/relationships/diagramDrawing" Target="../diagrams/drawing3.xml"/><Relationship Id="rId15" Type="http://schemas.openxmlformats.org/officeDocument/2006/relationships/diagramColors" Target="../diagrams/colors5.xml"/><Relationship Id="rId23" Type="http://schemas.openxmlformats.org/officeDocument/2006/relationships/diagramLayout" Target="../diagrams/layout7.xml"/><Relationship Id="rId28" Type="http://schemas.openxmlformats.org/officeDocument/2006/relationships/diagramLayout" Target="../diagrams/layout8.xml"/><Relationship Id="rId36" Type="http://schemas.microsoft.com/office/2007/relationships/diagramDrawing" Target="../diagrams/drawing9.xml"/><Relationship Id="rId49" Type="http://schemas.openxmlformats.org/officeDocument/2006/relationships/diagramQuickStyle" Target="../diagrams/quickStyle12.xml"/><Relationship Id="rId57" Type="http://schemas.openxmlformats.org/officeDocument/2006/relationships/diagramData" Target="../diagrams/data14.xml"/><Relationship Id="rId10" Type="http://schemas.openxmlformats.org/officeDocument/2006/relationships/diagramColors" Target="../diagrams/colors4.xml"/><Relationship Id="rId31" Type="http://schemas.microsoft.com/office/2007/relationships/diagramDrawing" Target="../diagrams/drawing8.xml"/><Relationship Id="rId44" Type="http://schemas.openxmlformats.org/officeDocument/2006/relationships/diagramQuickStyle" Target="../diagrams/quickStyle11.xml"/><Relationship Id="rId52" Type="http://schemas.openxmlformats.org/officeDocument/2006/relationships/diagramData" Target="../diagrams/data13.xml"/><Relationship Id="rId60" Type="http://schemas.openxmlformats.org/officeDocument/2006/relationships/diagramColors" Target="../diagrams/colors14.xml"/><Relationship Id="rId65" Type="http://schemas.openxmlformats.org/officeDocument/2006/relationships/diagramColors" Target="../diagrams/colors15.xml"/><Relationship Id="rId73" Type="http://schemas.openxmlformats.org/officeDocument/2006/relationships/diagramLayout" Target="../diagrams/layout17.xml"/><Relationship Id="rId78" Type="http://schemas.openxmlformats.org/officeDocument/2006/relationships/diagramLayout" Target="../diagrams/layout18.xml"/><Relationship Id="rId81" Type="http://schemas.microsoft.com/office/2007/relationships/diagramDrawing" Target="../diagrams/drawing18.xml"/><Relationship Id="rId86" Type="http://schemas.microsoft.com/office/2007/relationships/diagramDrawing" Target="../diagrams/drawing19.xml"/><Relationship Id="rId94" Type="http://schemas.openxmlformats.org/officeDocument/2006/relationships/diagramQuickStyle" Target="../diagrams/quickStyle21.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3" Type="http://schemas.openxmlformats.org/officeDocument/2006/relationships/diagramLayout" Target="../diagrams/layout5.xml"/><Relationship Id="rId18" Type="http://schemas.openxmlformats.org/officeDocument/2006/relationships/diagramLayout" Target="../diagrams/layout6.xml"/><Relationship Id="rId39" Type="http://schemas.openxmlformats.org/officeDocument/2006/relationships/diagramQuickStyle" Target="../diagrams/quickStyle10.xml"/><Relationship Id="rId34" Type="http://schemas.openxmlformats.org/officeDocument/2006/relationships/diagramQuickStyle" Target="../diagrams/quickStyle9.xml"/><Relationship Id="rId50" Type="http://schemas.openxmlformats.org/officeDocument/2006/relationships/diagramColors" Target="../diagrams/colors12.xml"/><Relationship Id="rId55" Type="http://schemas.openxmlformats.org/officeDocument/2006/relationships/diagramColors" Target="../diagrams/colors13.xml"/><Relationship Id="rId76" Type="http://schemas.microsoft.com/office/2007/relationships/diagramDrawing" Target="../diagrams/drawing17.xml"/><Relationship Id="rId7" Type="http://schemas.openxmlformats.org/officeDocument/2006/relationships/diagramData" Target="../diagrams/data4.xml"/><Relationship Id="rId71" Type="http://schemas.microsoft.com/office/2007/relationships/diagramDrawing" Target="../diagrams/drawing16.xml"/><Relationship Id="rId92" Type="http://schemas.openxmlformats.org/officeDocument/2006/relationships/diagramData" Target="../diagrams/data21.xml"/><Relationship Id="rId2" Type="http://schemas.openxmlformats.org/officeDocument/2006/relationships/diagramData" Target="../diagrams/data3.xml"/><Relationship Id="rId29" Type="http://schemas.openxmlformats.org/officeDocument/2006/relationships/diagramQuickStyle" Target="../diagrams/quickStyle8.xml"/><Relationship Id="rId24" Type="http://schemas.openxmlformats.org/officeDocument/2006/relationships/diagramQuickStyle" Target="../diagrams/quickStyle7.xml"/><Relationship Id="rId40" Type="http://schemas.openxmlformats.org/officeDocument/2006/relationships/diagramColors" Target="../diagrams/colors10.xml"/><Relationship Id="rId45" Type="http://schemas.openxmlformats.org/officeDocument/2006/relationships/diagramColors" Target="../diagrams/colors11.xml"/><Relationship Id="rId66" Type="http://schemas.microsoft.com/office/2007/relationships/diagramDrawing" Target="../diagrams/drawing15.xml"/><Relationship Id="rId87" Type="http://schemas.openxmlformats.org/officeDocument/2006/relationships/diagramData" Target="../diagrams/data20.xml"/><Relationship Id="rId61" Type="http://schemas.microsoft.com/office/2007/relationships/diagramDrawing" Target="../diagrams/drawing14.xml"/><Relationship Id="rId82" Type="http://schemas.openxmlformats.org/officeDocument/2006/relationships/diagramData" Target="../diagrams/data19.xml"/><Relationship Id="rId19" Type="http://schemas.openxmlformats.org/officeDocument/2006/relationships/diagramQuickStyle" Target="../diagrams/quickStyle6.xml"/><Relationship Id="rId14" Type="http://schemas.openxmlformats.org/officeDocument/2006/relationships/diagramQuickStyle" Target="../diagrams/quickStyle5.xml"/><Relationship Id="rId30" Type="http://schemas.openxmlformats.org/officeDocument/2006/relationships/diagramColors" Target="../diagrams/colors8.xml"/><Relationship Id="rId35" Type="http://schemas.openxmlformats.org/officeDocument/2006/relationships/diagramColors" Target="../diagrams/colors9.xml"/><Relationship Id="rId56" Type="http://schemas.microsoft.com/office/2007/relationships/diagramDrawing" Target="../diagrams/drawing13.xml"/><Relationship Id="rId77" Type="http://schemas.openxmlformats.org/officeDocument/2006/relationships/diagramData" Target="../diagrams/data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7.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3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ctrTitle"/>
          </p:nvPr>
        </p:nvSpPr>
        <p:spPr>
          <a:xfrm>
            <a:off x="1427017" y="595744"/>
            <a:ext cx="9213273" cy="1177637"/>
          </a:xfrm>
        </p:spPr>
        <p:txBody>
          <a:bodyPr>
            <a:normAutofit/>
          </a:bodyPr>
          <a:lstStyle/>
          <a:p>
            <a:pPr eaLnBrk="1" hangingPunct="1">
              <a:defRPr/>
            </a:pPr>
            <a:r>
              <a:rPr lang="it-IT" b="1" dirty="0" smtClean="0">
                <a:solidFill>
                  <a:srgbClr val="FFC000"/>
                </a:solidFill>
              </a:rPr>
              <a:t>BASIC ITIL TRAINING</a:t>
            </a:r>
          </a:p>
        </p:txBody>
      </p:sp>
      <p:sp>
        <p:nvSpPr>
          <p:cNvPr id="103427" name="Rectangle 3"/>
          <p:cNvSpPr>
            <a:spLocks noGrp="1" noChangeArrowheads="1"/>
          </p:cNvSpPr>
          <p:nvPr>
            <p:ph type="subTitle" idx="1"/>
          </p:nvPr>
        </p:nvSpPr>
        <p:spPr>
          <a:xfrm>
            <a:off x="2008909" y="2202873"/>
            <a:ext cx="7980218" cy="4475017"/>
          </a:xfrm>
        </p:spPr>
        <p:txBody>
          <a:bodyPr>
            <a:normAutofit/>
          </a:bodyPr>
          <a:lstStyle/>
          <a:p>
            <a:pPr eaLnBrk="1" hangingPunct="1">
              <a:buClr>
                <a:srgbClr val="18FC43"/>
              </a:buClr>
              <a:defRPr/>
            </a:pPr>
            <a:r>
              <a:rPr lang="en-GB" sz="2700" dirty="0" smtClean="0"/>
              <a:t> </a:t>
            </a:r>
            <a:r>
              <a:rPr lang="en-GB" sz="2700" b="1" dirty="0">
                <a:solidFill>
                  <a:srgbClr val="00B0F0"/>
                </a:solidFill>
              </a:rPr>
              <a:t>ITILv3 Introduction and </a:t>
            </a:r>
            <a:r>
              <a:rPr lang="en-GB" sz="2700" b="1" dirty="0" smtClean="0">
                <a:solidFill>
                  <a:srgbClr val="00B0F0"/>
                </a:solidFill>
              </a:rPr>
              <a:t>Overview</a:t>
            </a:r>
          </a:p>
          <a:p>
            <a:pPr algn="just" eaLnBrk="1" hangingPunct="1">
              <a:buClr>
                <a:srgbClr val="18FC43"/>
              </a:buClr>
              <a:defRPr/>
            </a:pPr>
            <a:endParaRPr lang="en-GB" sz="2700" dirty="0" smtClean="0"/>
          </a:p>
          <a:p>
            <a:pPr algn="just" eaLnBrk="1" hangingPunct="1">
              <a:buClr>
                <a:srgbClr val="18FC43"/>
              </a:buClr>
              <a:buFont typeface="Wingdings" pitchFamily="2" charset="2"/>
              <a:buChar char="q"/>
              <a:defRPr/>
            </a:pPr>
            <a:r>
              <a:rPr lang="en-GB" sz="2700" dirty="0"/>
              <a:t> </a:t>
            </a:r>
            <a:r>
              <a:rPr lang="en-GB" sz="2700" dirty="0" smtClean="0"/>
              <a:t>SERVICE Strategy</a:t>
            </a:r>
          </a:p>
          <a:p>
            <a:pPr algn="just" eaLnBrk="1" hangingPunct="1">
              <a:buClr>
                <a:srgbClr val="18FC43"/>
              </a:buClr>
              <a:buFont typeface="Wingdings" pitchFamily="2" charset="2"/>
              <a:buChar char="q"/>
              <a:defRPr/>
            </a:pPr>
            <a:r>
              <a:rPr lang="en-GB" sz="2700" dirty="0" smtClean="0"/>
              <a:t>SERVICE Design</a:t>
            </a:r>
          </a:p>
          <a:p>
            <a:pPr algn="just" eaLnBrk="1" hangingPunct="1">
              <a:buClr>
                <a:srgbClr val="18FC43"/>
              </a:buClr>
              <a:buFont typeface="Wingdings" pitchFamily="2" charset="2"/>
              <a:buChar char="q"/>
              <a:defRPr/>
            </a:pPr>
            <a:r>
              <a:rPr lang="en-GB" sz="2700" dirty="0" smtClean="0"/>
              <a:t>SERVICE Transition</a:t>
            </a:r>
          </a:p>
          <a:p>
            <a:pPr algn="just" eaLnBrk="1" hangingPunct="1">
              <a:buClr>
                <a:srgbClr val="18FC43"/>
              </a:buClr>
              <a:buFont typeface="Wingdings" pitchFamily="2" charset="2"/>
              <a:buChar char="q"/>
              <a:defRPr/>
            </a:pPr>
            <a:r>
              <a:rPr lang="en-GB" sz="2700" dirty="0" smtClean="0"/>
              <a:t>  SERVICE Operations</a:t>
            </a:r>
          </a:p>
          <a:p>
            <a:pPr algn="just" eaLnBrk="1" hangingPunct="1">
              <a:buClr>
                <a:srgbClr val="18FC43"/>
              </a:buClr>
              <a:buFont typeface="Wingdings" pitchFamily="2" charset="2"/>
              <a:buChar char="q"/>
              <a:defRPr/>
            </a:pPr>
            <a:r>
              <a:rPr lang="en-GB" sz="2700" dirty="0" smtClean="0"/>
              <a:t>Continuous Service Improvements</a:t>
            </a:r>
          </a:p>
          <a:p>
            <a:pPr eaLnBrk="1" hangingPunct="1">
              <a:buClr>
                <a:srgbClr val="18FC43"/>
              </a:buClr>
              <a:defRPr/>
            </a:pPr>
            <a:endParaRPr lang="en-GB" sz="2700" dirty="0"/>
          </a:p>
        </p:txBody>
      </p:sp>
    </p:spTree>
    <p:extLst>
      <p:ext uri="{BB962C8B-B14F-4D97-AF65-F5344CB8AC3E}">
        <p14:creationId xmlns:p14="http://schemas.microsoft.com/office/powerpoint/2010/main" val="20731071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idx="4294967295"/>
          </p:nvPr>
        </p:nvSpPr>
        <p:spPr/>
        <p:txBody>
          <a:bodyPr>
            <a:normAutofit/>
          </a:bodyPr>
          <a:lstStyle/>
          <a:p>
            <a:pPr eaLnBrk="1" hangingPunct="1">
              <a:defRPr/>
            </a:pPr>
            <a:r>
              <a:rPr lang="en-GB" sz="4000" b="1" dirty="0" smtClean="0"/>
              <a:t>Introduction &amp; Overview</a:t>
            </a:r>
            <a:endParaRPr lang="en-US" sz="4000" b="1" dirty="0" smtClean="0"/>
          </a:p>
        </p:txBody>
      </p:sp>
      <p:sp>
        <p:nvSpPr>
          <p:cNvPr id="3" name="Content Placeholder 2"/>
          <p:cNvSpPr>
            <a:spLocks noGrp="1"/>
          </p:cNvSpPr>
          <p:nvPr>
            <p:ph idx="4294967295"/>
          </p:nvPr>
        </p:nvSpPr>
        <p:spPr/>
        <p:txBody>
          <a:bodyPr>
            <a:normAutofit/>
          </a:bodyPr>
          <a:lstStyle/>
          <a:p>
            <a:pPr eaLnBrk="1" hangingPunct="1">
              <a:lnSpc>
                <a:spcPct val="80000"/>
              </a:lnSpc>
              <a:defRPr/>
            </a:pPr>
            <a:r>
              <a:rPr lang="en-GB" sz="3200" dirty="0"/>
              <a:t>What is ITIL?</a:t>
            </a:r>
          </a:p>
          <a:p>
            <a:pPr eaLnBrk="1" hangingPunct="1">
              <a:lnSpc>
                <a:spcPct val="80000"/>
              </a:lnSpc>
              <a:defRPr/>
            </a:pPr>
            <a:r>
              <a:rPr lang="en-GB" sz="3200" dirty="0"/>
              <a:t>What about v3?</a:t>
            </a:r>
          </a:p>
          <a:p>
            <a:pPr eaLnBrk="1" hangingPunct="1">
              <a:lnSpc>
                <a:spcPct val="80000"/>
              </a:lnSpc>
              <a:defRPr/>
            </a:pPr>
            <a:r>
              <a:rPr lang="en-GB" sz="3200" dirty="0"/>
              <a:t>Key Concepts</a:t>
            </a:r>
          </a:p>
          <a:p>
            <a:pPr eaLnBrk="1" hangingPunct="1">
              <a:lnSpc>
                <a:spcPct val="80000"/>
              </a:lnSpc>
              <a:defRPr/>
            </a:pPr>
            <a:r>
              <a:rPr lang="en-GB" sz="3200" dirty="0"/>
              <a:t>Service Management &amp; Delivery </a:t>
            </a:r>
          </a:p>
          <a:p>
            <a:pPr eaLnBrk="1" hangingPunct="1">
              <a:lnSpc>
                <a:spcPct val="80000"/>
              </a:lnSpc>
              <a:defRPr/>
            </a:pPr>
            <a:r>
              <a:rPr lang="en-GB" sz="3200" dirty="0"/>
              <a:t>The Five Stages of the lifecycle</a:t>
            </a:r>
          </a:p>
          <a:p>
            <a:pPr eaLnBrk="1" hangingPunct="1">
              <a:lnSpc>
                <a:spcPct val="80000"/>
              </a:lnSpc>
              <a:defRPr/>
            </a:pPr>
            <a:r>
              <a:rPr lang="en-GB" sz="3200" dirty="0"/>
              <a:t>ITIL Roles</a:t>
            </a:r>
          </a:p>
          <a:p>
            <a:pPr eaLnBrk="1" hangingPunct="1">
              <a:lnSpc>
                <a:spcPct val="80000"/>
              </a:lnSpc>
              <a:defRPr/>
            </a:pPr>
            <a:r>
              <a:rPr lang="en-GB" sz="3200" dirty="0"/>
              <a:t>Functions and Processes</a:t>
            </a:r>
            <a:endParaRPr lang="en-US" sz="3200" dirty="0"/>
          </a:p>
        </p:txBody>
      </p:sp>
    </p:spTree>
    <p:extLst>
      <p:ext uri="{BB962C8B-B14F-4D97-AF65-F5344CB8AC3E}">
        <p14:creationId xmlns:p14="http://schemas.microsoft.com/office/powerpoint/2010/main" val="97922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idx="4294967295"/>
          </p:nvPr>
        </p:nvSpPr>
        <p:spPr>
          <a:xfrm>
            <a:off x="1992314" y="260351"/>
            <a:ext cx="8385175" cy="1431925"/>
          </a:xfrm>
        </p:spPr>
        <p:txBody>
          <a:bodyPr/>
          <a:lstStyle/>
          <a:p>
            <a:pPr eaLnBrk="1" hangingPunct="1">
              <a:defRPr/>
            </a:pPr>
            <a:r>
              <a:rPr lang="en-GB" b="1" dirty="0" smtClean="0"/>
              <a:t>What is ITIL?</a:t>
            </a:r>
            <a:endParaRPr lang="en-US" b="1" dirty="0" smtClean="0"/>
          </a:p>
        </p:txBody>
      </p:sp>
      <p:sp>
        <p:nvSpPr>
          <p:cNvPr id="3" name="Content Placeholder 2"/>
          <p:cNvSpPr>
            <a:spLocks noGrp="1"/>
          </p:cNvSpPr>
          <p:nvPr>
            <p:ph idx="4294967295"/>
          </p:nvPr>
        </p:nvSpPr>
        <p:spPr>
          <a:xfrm>
            <a:off x="512619" y="1600202"/>
            <a:ext cx="9282546" cy="3082634"/>
          </a:xfrm>
        </p:spPr>
        <p:txBody>
          <a:bodyPr>
            <a:normAutofit lnSpcReduction="10000"/>
          </a:bodyPr>
          <a:lstStyle/>
          <a:p>
            <a:pPr eaLnBrk="1" hangingPunct="1">
              <a:lnSpc>
                <a:spcPct val="80000"/>
              </a:lnSpc>
              <a:defRPr/>
            </a:pPr>
            <a:r>
              <a:rPr lang="en-GB" sz="3200" dirty="0">
                <a:solidFill>
                  <a:srgbClr val="FF0000"/>
                </a:solidFill>
              </a:rPr>
              <a:t>Systematic</a:t>
            </a:r>
            <a:r>
              <a:rPr lang="en-GB" sz="3200" dirty="0"/>
              <a:t> approach to high quality IT service </a:t>
            </a:r>
            <a:r>
              <a:rPr lang="en-GB" sz="3200" dirty="0" smtClean="0"/>
              <a:t>delivery</a:t>
            </a:r>
          </a:p>
          <a:p>
            <a:pPr eaLnBrk="1" hangingPunct="1">
              <a:lnSpc>
                <a:spcPct val="80000"/>
              </a:lnSpc>
              <a:defRPr/>
            </a:pPr>
            <a:r>
              <a:rPr lang="en-GB" sz="3200" dirty="0" smtClean="0">
                <a:solidFill>
                  <a:srgbClr val="FF0000"/>
                </a:solidFill>
              </a:rPr>
              <a:t>Documented</a:t>
            </a:r>
            <a:r>
              <a:rPr lang="en-GB" sz="3200" dirty="0" smtClean="0"/>
              <a:t> </a:t>
            </a:r>
            <a:r>
              <a:rPr lang="en-GB" sz="3200" dirty="0"/>
              <a:t>best practice for IT Service Management</a:t>
            </a:r>
          </a:p>
          <a:p>
            <a:pPr eaLnBrk="1" hangingPunct="1">
              <a:lnSpc>
                <a:spcPct val="80000"/>
              </a:lnSpc>
              <a:defRPr/>
            </a:pPr>
            <a:r>
              <a:rPr lang="en-GB" sz="3200" dirty="0"/>
              <a:t>Provides common language with </a:t>
            </a:r>
            <a:r>
              <a:rPr lang="en-GB" sz="3200" dirty="0">
                <a:solidFill>
                  <a:srgbClr val="FF0000"/>
                </a:solidFill>
              </a:rPr>
              <a:t>well-defined terms</a:t>
            </a:r>
          </a:p>
          <a:p>
            <a:pPr eaLnBrk="1" hangingPunct="1">
              <a:lnSpc>
                <a:spcPct val="80000"/>
              </a:lnSpc>
              <a:defRPr/>
            </a:pPr>
            <a:r>
              <a:rPr lang="en-GB" sz="3200" dirty="0"/>
              <a:t>Developed in 1980s by what is now The Office of Government Commerce</a:t>
            </a:r>
          </a:p>
        </p:txBody>
      </p:sp>
    </p:spTree>
    <p:extLst>
      <p:ext uri="{BB962C8B-B14F-4D97-AF65-F5344CB8AC3E}">
        <p14:creationId xmlns:p14="http://schemas.microsoft.com/office/powerpoint/2010/main" val="20009150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idx="4294967295"/>
          </p:nvPr>
        </p:nvSpPr>
        <p:spPr/>
        <p:txBody>
          <a:bodyPr/>
          <a:lstStyle/>
          <a:p>
            <a:pPr eaLnBrk="1" hangingPunct="1">
              <a:defRPr/>
            </a:pPr>
            <a:r>
              <a:rPr lang="en-GB" b="1" dirty="0" smtClean="0"/>
              <a:t>What about v3?</a:t>
            </a:r>
            <a:endParaRPr lang="en-US" b="1" dirty="0" smtClean="0"/>
          </a:p>
        </p:txBody>
      </p:sp>
      <p:sp>
        <p:nvSpPr>
          <p:cNvPr id="3" name="Content Placeholder 2"/>
          <p:cNvSpPr>
            <a:spLocks noGrp="1"/>
          </p:cNvSpPr>
          <p:nvPr>
            <p:ph idx="4294967295"/>
          </p:nvPr>
        </p:nvSpPr>
        <p:spPr/>
        <p:txBody>
          <a:bodyPr>
            <a:normAutofit lnSpcReduction="10000"/>
          </a:bodyPr>
          <a:lstStyle/>
          <a:p>
            <a:pPr eaLnBrk="1" hangingPunct="1">
              <a:lnSpc>
                <a:spcPct val="80000"/>
              </a:lnSpc>
            </a:pPr>
            <a:r>
              <a:rPr lang="en-GB" altLang="en-US" sz="2200"/>
              <a:t>ITIL started in 80s.  </a:t>
            </a:r>
          </a:p>
          <a:p>
            <a:pPr lvl="1" eaLnBrk="1" hangingPunct="1">
              <a:lnSpc>
                <a:spcPct val="80000"/>
              </a:lnSpc>
            </a:pPr>
            <a:r>
              <a:rPr lang="en-GB" altLang="en-US" sz="2000"/>
              <a:t>40 publications!</a:t>
            </a:r>
          </a:p>
          <a:p>
            <a:pPr eaLnBrk="1" hangingPunct="1">
              <a:lnSpc>
                <a:spcPct val="80000"/>
              </a:lnSpc>
            </a:pPr>
            <a:r>
              <a:rPr lang="en-GB" altLang="en-US" sz="2200"/>
              <a:t>v2 came along in 2000-2002</a:t>
            </a:r>
          </a:p>
          <a:p>
            <a:pPr lvl="1" eaLnBrk="1" hangingPunct="1">
              <a:lnSpc>
                <a:spcPct val="80000"/>
              </a:lnSpc>
            </a:pPr>
            <a:r>
              <a:rPr lang="en-GB" altLang="en-US" sz="2000"/>
              <a:t>Still Large and complex</a:t>
            </a:r>
          </a:p>
          <a:p>
            <a:pPr lvl="1" eaLnBrk="1" hangingPunct="1">
              <a:lnSpc>
                <a:spcPct val="80000"/>
              </a:lnSpc>
            </a:pPr>
            <a:r>
              <a:rPr lang="en-GB" altLang="en-US" sz="2000"/>
              <a:t>8 Books</a:t>
            </a:r>
          </a:p>
          <a:p>
            <a:pPr lvl="1" eaLnBrk="1" hangingPunct="1">
              <a:lnSpc>
                <a:spcPct val="80000"/>
              </a:lnSpc>
            </a:pPr>
            <a:r>
              <a:rPr lang="en-GB" altLang="en-US" sz="2000"/>
              <a:t>Talks about what you should do</a:t>
            </a:r>
          </a:p>
          <a:p>
            <a:pPr eaLnBrk="1" hangingPunct="1">
              <a:lnSpc>
                <a:spcPct val="80000"/>
              </a:lnSpc>
            </a:pPr>
            <a:r>
              <a:rPr lang="en-GB" altLang="en-US" sz="2200"/>
              <a:t>v3 in 2007</a:t>
            </a:r>
          </a:p>
          <a:p>
            <a:pPr lvl="1" eaLnBrk="1" hangingPunct="1">
              <a:lnSpc>
                <a:spcPct val="80000"/>
              </a:lnSpc>
            </a:pPr>
            <a:r>
              <a:rPr lang="en-GB" altLang="en-US" sz="2000"/>
              <a:t>Much simplified and rationalised to 5 books</a:t>
            </a:r>
          </a:p>
          <a:p>
            <a:pPr lvl="1" eaLnBrk="1" hangingPunct="1">
              <a:lnSpc>
                <a:spcPct val="80000"/>
              </a:lnSpc>
            </a:pPr>
            <a:r>
              <a:rPr lang="en-GB" altLang="en-US" sz="2000"/>
              <a:t>Much clearer guidance on how to provide service</a:t>
            </a:r>
          </a:p>
          <a:p>
            <a:pPr lvl="1" eaLnBrk="1" hangingPunct="1">
              <a:lnSpc>
                <a:spcPct val="80000"/>
              </a:lnSpc>
            </a:pPr>
            <a:r>
              <a:rPr lang="en-GB" altLang="en-US" sz="2000"/>
              <a:t>Easier, more modular accreditation paths</a:t>
            </a:r>
          </a:p>
          <a:p>
            <a:pPr lvl="1" eaLnBrk="1" hangingPunct="1">
              <a:lnSpc>
                <a:spcPct val="80000"/>
              </a:lnSpc>
            </a:pPr>
            <a:r>
              <a:rPr lang="en-GB" altLang="en-US" sz="2000"/>
              <a:t>Keeps tactical and operational guidance</a:t>
            </a:r>
          </a:p>
          <a:p>
            <a:pPr lvl="1" eaLnBrk="1" hangingPunct="1">
              <a:lnSpc>
                <a:spcPct val="80000"/>
              </a:lnSpc>
            </a:pPr>
            <a:r>
              <a:rPr lang="en-GB" altLang="en-US" sz="2000"/>
              <a:t>Gives more prominence to strategic ITIL guidance relevant to senior staff</a:t>
            </a:r>
          </a:p>
          <a:p>
            <a:pPr lvl="1" eaLnBrk="1" hangingPunct="1">
              <a:lnSpc>
                <a:spcPct val="80000"/>
              </a:lnSpc>
            </a:pPr>
            <a:r>
              <a:rPr lang="en-GB" altLang="en-US" sz="2000"/>
              <a:t>Aligned with ISO20000 (1st international standard for IT service management, mostly based on ITIL – 2005)</a:t>
            </a:r>
          </a:p>
        </p:txBody>
      </p:sp>
    </p:spTree>
    <p:extLst>
      <p:ext uri="{BB962C8B-B14F-4D97-AF65-F5344CB8AC3E}">
        <p14:creationId xmlns:p14="http://schemas.microsoft.com/office/powerpoint/2010/main" val="27528832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idx="4294967295"/>
          </p:nvPr>
        </p:nvSpPr>
        <p:spPr/>
        <p:txBody>
          <a:bodyPr/>
          <a:lstStyle/>
          <a:p>
            <a:pPr eaLnBrk="1" hangingPunct="1">
              <a:defRPr/>
            </a:pPr>
            <a:r>
              <a:rPr lang="en-GB" b="1" dirty="0" smtClean="0"/>
              <a:t>Key Concepts (1/4)</a:t>
            </a:r>
            <a:endParaRPr lang="en-US" b="1" dirty="0" smtClean="0"/>
          </a:p>
        </p:txBody>
      </p:sp>
      <p:sp>
        <p:nvSpPr>
          <p:cNvPr id="6147" name="Content Placeholder 2"/>
          <p:cNvSpPr>
            <a:spLocks noGrp="1"/>
          </p:cNvSpPr>
          <p:nvPr>
            <p:ph idx="4294967295"/>
          </p:nvPr>
        </p:nvSpPr>
        <p:spPr>
          <a:xfrm>
            <a:off x="2362200" y="1700213"/>
            <a:ext cx="7766050" cy="4692650"/>
          </a:xfrm>
        </p:spPr>
        <p:txBody>
          <a:bodyPr/>
          <a:lstStyle/>
          <a:p>
            <a:pPr eaLnBrk="1" hangingPunct="1">
              <a:defRPr/>
            </a:pPr>
            <a:r>
              <a:rPr lang="en-GB" smtClean="0">
                <a:solidFill>
                  <a:srgbClr val="FF0000"/>
                </a:solidFill>
              </a:rPr>
              <a:t>Service</a:t>
            </a:r>
          </a:p>
          <a:p>
            <a:pPr lvl="1" eaLnBrk="1" hangingPunct="1">
              <a:defRPr/>
            </a:pPr>
            <a:r>
              <a:rPr lang="en-GB" smtClean="0"/>
              <a:t>Delivers value to customer by facilitating outcomes customers want to achieve without ownership of the specific costs and risks</a:t>
            </a:r>
          </a:p>
          <a:p>
            <a:pPr lvl="1" eaLnBrk="1" hangingPunct="1">
              <a:defRPr/>
            </a:pPr>
            <a:r>
              <a:rPr lang="en-GB" smtClean="0"/>
              <a:t>e.g. a “backup service” means that you don’t have to care about how much tapes, disks or robots cost and you don’t have to worry if one of the staff is off sick or leaves</a:t>
            </a:r>
            <a:endParaRPr lang="en-US" smtClean="0"/>
          </a:p>
        </p:txBody>
      </p:sp>
    </p:spTree>
    <p:extLst>
      <p:ext uri="{BB962C8B-B14F-4D97-AF65-F5344CB8AC3E}">
        <p14:creationId xmlns:p14="http://schemas.microsoft.com/office/powerpoint/2010/main" val="40529710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idx="4294967295"/>
          </p:nvPr>
        </p:nvSpPr>
        <p:spPr/>
        <p:txBody>
          <a:bodyPr/>
          <a:lstStyle/>
          <a:p>
            <a:pPr eaLnBrk="1" hangingPunct="1">
              <a:defRPr/>
            </a:pPr>
            <a:r>
              <a:rPr lang="en-GB" b="1" dirty="0" smtClean="0"/>
              <a:t>Key Concepts (2/4)</a:t>
            </a:r>
            <a:endParaRPr lang="en-US" b="1" dirty="0" smtClean="0"/>
          </a:p>
        </p:txBody>
      </p:sp>
      <p:sp>
        <p:nvSpPr>
          <p:cNvPr id="3" name="Content Placeholder 2"/>
          <p:cNvSpPr>
            <a:spLocks noGrp="1"/>
          </p:cNvSpPr>
          <p:nvPr>
            <p:ph idx="4294967295"/>
          </p:nvPr>
        </p:nvSpPr>
        <p:spPr/>
        <p:txBody>
          <a:bodyPr>
            <a:normAutofit lnSpcReduction="10000"/>
          </a:bodyPr>
          <a:lstStyle/>
          <a:p>
            <a:pPr eaLnBrk="1" hangingPunct="1">
              <a:lnSpc>
                <a:spcPct val="80000"/>
              </a:lnSpc>
            </a:pPr>
            <a:r>
              <a:rPr lang="en-GB" altLang="en-US" sz="3000">
                <a:solidFill>
                  <a:srgbClr val="FF0000"/>
                </a:solidFill>
              </a:rPr>
              <a:t>Service Level</a:t>
            </a:r>
          </a:p>
          <a:p>
            <a:pPr lvl="1" eaLnBrk="1" hangingPunct="1">
              <a:lnSpc>
                <a:spcPct val="80000"/>
              </a:lnSpc>
            </a:pPr>
            <a:r>
              <a:rPr lang="en-GB" altLang="en-US" sz="2600"/>
              <a:t>Measured and reported achievement against one or more service level targets. E.g.:</a:t>
            </a:r>
          </a:p>
          <a:p>
            <a:pPr lvl="2" eaLnBrk="1" hangingPunct="1">
              <a:lnSpc>
                <a:spcPct val="80000"/>
              </a:lnSpc>
            </a:pPr>
            <a:r>
              <a:rPr lang="en-GB" altLang="en-US" sz="2200"/>
              <a:t>Red = 1 hour response 24/7</a:t>
            </a:r>
          </a:p>
          <a:p>
            <a:pPr lvl="2" eaLnBrk="1" hangingPunct="1">
              <a:lnSpc>
                <a:spcPct val="80000"/>
              </a:lnSpc>
            </a:pPr>
            <a:r>
              <a:rPr lang="en-GB" altLang="en-US" sz="2200"/>
              <a:t>Amber = 4 hour response 8/5</a:t>
            </a:r>
          </a:p>
          <a:p>
            <a:pPr lvl="2" eaLnBrk="1" hangingPunct="1">
              <a:lnSpc>
                <a:spcPct val="80000"/>
              </a:lnSpc>
            </a:pPr>
            <a:r>
              <a:rPr lang="en-GB" altLang="en-US" sz="2200"/>
              <a:t>Green = Next business day</a:t>
            </a:r>
          </a:p>
          <a:p>
            <a:pPr eaLnBrk="1" hangingPunct="1">
              <a:lnSpc>
                <a:spcPct val="80000"/>
              </a:lnSpc>
            </a:pPr>
            <a:r>
              <a:rPr lang="en-GB" altLang="en-US" sz="3000">
                <a:solidFill>
                  <a:srgbClr val="FF0000"/>
                </a:solidFill>
              </a:rPr>
              <a:t>Key Performance Indicators (KPIs)</a:t>
            </a:r>
          </a:p>
          <a:p>
            <a:pPr lvl="1" eaLnBrk="1" hangingPunct="1">
              <a:lnSpc>
                <a:spcPct val="80000"/>
              </a:lnSpc>
            </a:pPr>
            <a:r>
              <a:rPr lang="en-GB" altLang="en-US" sz="2600"/>
              <a:t>Quantifiable measurements that reflect the critical success factors of an organization</a:t>
            </a:r>
            <a:r>
              <a:rPr lang="en-GB" altLang="en-US" smtClean="0">
                <a:effectLst/>
              </a:rPr>
              <a:t> </a:t>
            </a:r>
            <a:r>
              <a:rPr lang="en-GB" altLang="en-US" sz="2600"/>
              <a:t>(KPIs usually are long-term considerations)</a:t>
            </a:r>
          </a:p>
          <a:p>
            <a:pPr eaLnBrk="1" hangingPunct="1">
              <a:lnSpc>
                <a:spcPct val="80000"/>
              </a:lnSpc>
            </a:pPr>
            <a:r>
              <a:rPr lang="en-GB" altLang="en-US" sz="3000">
                <a:solidFill>
                  <a:srgbClr val="FF0000"/>
                </a:solidFill>
              </a:rPr>
              <a:t>Service Level Agreement (SLA)</a:t>
            </a:r>
          </a:p>
          <a:p>
            <a:pPr lvl="1" eaLnBrk="1" hangingPunct="1">
              <a:lnSpc>
                <a:spcPct val="80000"/>
              </a:lnSpc>
            </a:pPr>
            <a:r>
              <a:rPr lang="en-GB" altLang="en-US" sz="2600"/>
              <a:t>Written and negotiated agreement </a:t>
            </a:r>
            <a:r>
              <a:rPr lang="en-GB" altLang="en-US" sz="2600" u="sng"/>
              <a:t>between Service Provider and Customer</a:t>
            </a:r>
            <a:r>
              <a:rPr lang="en-GB" altLang="en-US" sz="2600"/>
              <a:t> documenting agreed service levels and costs</a:t>
            </a:r>
          </a:p>
        </p:txBody>
      </p:sp>
    </p:spTree>
    <p:extLst>
      <p:ext uri="{BB962C8B-B14F-4D97-AF65-F5344CB8AC3E}">
        <p14:creationId xmlns:p14="http://schemas.microsoft.com/office/powerpoint/2010/main" val="8826797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idx="4294967295"/>
          </p:nvPr>
        </p:nvSpPr>
        <p:spPr/>
        <p:txBody>
          <a:bodyPr/>
          <a:lstStyle/>
          <a:p>
            <a:pPr eaLnBrk="1" hangingPunct="1">
              <a:defRPr/>
            </a:pPr>
            <a:r>
              <a:rPr lang="en-GB" b="1" dirty="0" smtClean="0"/>
              <a:t>Key Concepts (3/4)</a:t>
            </a:r>
            <a:endParaRPr lang="en-US" b="1" dirty="0" smtClean="0"/>
          </a:p>
        </p:txBody>
      </p:sp>
      <p:sp>
        <p:nvSpPr>
          <p:cNvPr id="3" name="Content Placeholder 2"/>
          <p:cNvSpPr>
            <a:spLocks noGrp="1"/>
          </p:cNvSpPr>
          <p:nvPr>
            <p:ph idx="4294967295"/>
          </p:nvPr>
        </p:nvSpPr>
        <p:spPr/>
        <p:txBody>
          <a:bodyPr>
            <a:normAutofit/>
          </a:bodyPr>
          <a:lstStyle/>
          <a:p>
            <a:pPr eaLnBrk="1" hangingPunct="1">
              <a:lnSpc>
                <a:spcPct val="90000"/>
              </a:lnSpc>
            </a:pPr>
            <a:r>
              <a:rPr lang="en-GB" altLang="en-US">
                <a:solidFill>
                  <a:srgbClr val="FF0000"/>
                </a:solidFill>
              </a:rPr>
              <a:t>Configuration Management System (</a:t>
            </a:r>
            <a:r>
              <a:rPr lang="en-GB" altLang="en-US" b="1">
                <a:solidFill>
                  <a:srgbClr val="FF0000"/>
                </a:solidFill>
              </a:rPr>
              <a:t>CMS</a:t>
            </a:r>
            <a:r>
              <a:rPr lang="en-GB" altLang="en-US">
                <a:solidFill>
                  <a:srgbClr val="FF0000"/>
                </a:solidFill>
              </a:rPr>
              <a:t>)</a:t>
            </a:r>
          </a:p>
          <a:p>
            <a:pPr lvl="1" eaLnBrk="1" hangingPunct="1">
              <a:lnSpc>
                <a:spcPct val="90000"/>
              </a:lnSpc>
            </a:pPr>
            <a:r>
              <a:rPr lang="en-GB" altLang="en-US"/>
              <a:t>Tools and databases to manage IT service provider’s configuration data</a:t>
            </a:r>
          </a:p>
          <a:p>
            <a:pPr lvl="1" eaLnBrk="1" hangingPunct="1">
              <a:lnSpc>
                <a:spcPct val="90000"/>
              </a:lnSpc>
            </a:pPr>
            <a:r>
              <a:rPr lang="en-GB" altLang="en-US"/>
              <a:t>Contains Configuration Management Database (CMDB)</a:t>
            </a:r>
          </a:p>
          <a:p>
            <a:pPr lvl="2" eaLnBrk="1" hangingPunct="1">
              <a:lnSpc>
                <a:spcPct val="90000"/>
              </a:lnSpc>
            </a:pPr>
            <a:r>
              <a:rPr lang="en-GB" altLang="en-US"/>
              <a:t>Records hardware, software, documentation and anything else important to IT provision</a:t>
            </a:r>
          </a:p>
          <a:p>
            <a:pPr lvl="1" eaLnBrk="1" hangingPunct="1">
              <a:lnSpc>
                <a:spcPct val="90000"/>
              </a:lnSpc>
            </a:pPr>
            <a:r>
              <a:rPr lang="en-GB" altLang="en-US"/>
              <a:t>Lot of tools vendors: IBM (</a:t>
            </a:r>
            <a:r>
              <a:rPr lang="en-GB" altLang="en-US" i="1"/>
              <a:t>Tivoli</a:t>
            </a:r>
            <a:r>
              <a:rPr lang="en-GB" altLang="en-US"/>
              <a:t>), BMC (</a:t>
            </a:r>
            <a:r>
              <a:rPr lang="en-GB" altLang="en-US" i="1"/>
              <a:t>Atrium</a:t>
            </a:r>
            <a:r>
              <a:rPr lang="en-GB" altLang="en-US"/>
              <a:t>), HP, Microsoft, CA, …</a:t>
            </a:r>
          </a:p>
          <a:p>
            <a:pPr eaLnBrk="1" hangingPunct="1">
              <a:lnSpc>
                <a:spcPct val="90000"/>
              </a:lnSpc>
            </a:pPr>
            <a:r>
              <a:rPr lang="en-GB" altLang="en-US">
                <a:solidFill>
                  <a:srgbClr val="FF0000"/>
                </a:solidFill>
              </a:rPr>
              <a:t>Release</a:t>
            </a:r>
          </a:p>
          <a:p>
            <a:pPr lvl="1" eaLnBrk="1" hangingPunct="1">
              <a:lnSpc>
                <a:spcPct val="90000"/>
              </a:lnSpc>
            </a:pPr>
            <a:r>
              <a:rPr lang="en-GB" altLang="en-US"/>
              <a:t>Collection of hardware, software, documentation, processes or other things require to implement one or more approved changes to IT Services</a:t>
            </a:r>
            <a:endParaRPr lang="en-US" altLang="en-US"/>
          </a:p>
        </p:txBody>
      </p:sp>
    </p:spTree>
    <p:extLst>
      <p:ext uri="{BB962C8B-B14F-4D97-AF65-F5344CB8AC3E}">
        <p14:creationId xmlns:p14="http://schemas.microsoft.com/office/powerpoint/2010/main" val="16073772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idx="4294967295"/>
          </p:nvPr>
        </p:nvSpPr>
        <p:spPr/>
        <p:txBody>
          <a:bodyPr/>
          <a:lstStyle/>
          <a:p>
            <a:pPr eaLnBrk="1" hangingPunct="1">
              <a:defRPr/>
            </a:pPr>
            <a:r>
              <a:rPr lang="en-GB" b="1" dirty="0" smtClean="0"/>
              <a:t>Key Concepts(4/4)</a:t>
            </a:r>
            <a:endParaRPr lang="en-US" b="1" dirty="0" smtClean="0"/>
          </a:p>
        </p:txBody>
      </p:sp>
      <p:sp>
        <p:nvSpPr>
          <p:cNvPr id="3" name="Content Placeholder 2"/>
          <p:cNvSpPr>
            <a:spLocks noGrp="1"/>
          </p:cNvSpPr>
          <p:nvPr>
            <p:ph idx="4294967295"/>
          </p:nvPr>
        </p:nvSpPr>
        <p:spPr/>
        <p:txBody>
          <a:bodyPr>
            <a:normAutofit/>
          </a:bodyPr>
          <a:lstStyle/>
          <a:p>
            <a:pPr eaLnBrk="1" hangingPunct="1">
              <a:lnSpc>
                <a:spcPct val="90000"/>
              </a:lnSpc>
            </a:pPr>
            <a:r>
              <a:rPr lang="en-GB" altLang="en-US" dirty="0" smtClean="0">
                <a:solidFill>
                  <a:srgbClr val="FF0000"/>
                </a:solidFill>
              </a:rPr>
              <a:t>Incident</a:t>
            </a:r>
          </a:p>
          <a:p>
            <a:pPr lvl="1" eaLnBrk="1" hangingPunct="1">
              <a:lnSpc>
                <a:spcPct val="90000"/>
              </a:lnSpc>
            </a:pPr>
            <a:r>
              <a:rPr lang="en-GB" altLang="en-US" dirty="0" smtClean="0"/>
              <a:t>Unplanned interruption to an IT service or an unplanned reduction in its quality</a:t>
            </a:r>
          </a:p>
          <a:p>
            <a:pPr eaLnBrk="1" hangingPunct="1">
              <a:lnSpc>
                <a:spcPct val="90000"/>
              </a:lnSpc>
            </a:pPr>
            <a:r>
              <a:rPr lang="en-GB" altLang="en-US" dirty="0" smtClean="0">
                <a:solidFill>
                  <a:srgbClr val="FF0000"/>
                </a:solidFill>
              </a:rPr>
              <a:t>Problem</a:t>
            </a:r>
          </a:p>
          <a:p>
            <a:pPr lvl="1" eaLnBrk="1" hangingPunct="1">
              <a:lnSpc>
                <a:spcPct val="90000"/>
              </a:lnSpc>
            </a:pPr>
            <a:r>
              <a:rPr lang="en-GB" altLang="en-US" dirty="0" smtClean="0"/>
              <a:t>Unknown (… as briefly as possible …) underlying cause of one or more incidents</a:t>
            </a:r>
          </a:p>
          <a:p>
            <a:pPr eaLnBrk="1" hangingPunct="1">
              <a:lnSpc>
                <a:spcPct val="90000"/>
              </a:lnSpc>
            </a:pPr>
            <a:r>
              <a:rPr lang="en-GB" altLang="en-US" dirty="0" smtClean="0">
                <a:solidFill>
                  <a:srgbClr val="FF0000"/>
                </a:solidFill>
              </a:rPr>
              <a:t>Work-around</a:t>
            </a:r>
          </a:p>
          <a:p>
            <a:pPr lvl="1" eaLnBrk="1" hangingPunct="1">
              <a:lnSpc>
                <a:spcPct val="90000"/>
              </a:lnSpc>
            </a:pPr>
            <a:r>
              <a:rPr lang="en-GB" altLang="en-US" dirty="0" smtClean="0"/>
              <a:t>Reducing or eliminating the impact of an incident without resolving it</a:t>
            </a:r>
          </a:p>
        </p:txBody>
      </p:sp>
    </p:spTree>
    <p:extLst>
      <p:ext uri="{BB962C8B-B14F-4D97-AF65-F5344CB8AC3E}">
        <p14:creationId xmlns:p14="http://schemas.microsoft.com/office/powerpoint/2010/main" val="42881667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idx="4294967295"/>
          </p:nvPr>
        </p:nvSpPr>
        <p:spPr/>
        <p:txBody>
          <a:bodyPr/>
          <a:lstStyle/>
          <a:p>
            <a:pPr eaLnBrk="1" hangingPunct="1">
              <a:defRPr/>
            </a:pPr>
            <a:r>
              <a:rPr lang="en-GB" b="1" dirty="0" smtClean="0"/>
              <a:t>4 </a:t>
            </a:r>
            <a:r>
              <a:rPr lang="en-GB" b="1" dirty="0" smtClean="0">
                <a:solidFill>
                  <a:srgbClr val="FF0000"/>
                </a:solidFill>
              </a:rPr>
              <a:t>P</a:t>
            </a:r>
            <a:r>
              <a:rPr lang="en-GB" b="1" dirty="0" smtClean="0"/>
              <a:t>’s of Service Management</a:t>
            </a:r>
            <a:endParaRPr lang="en-US" b="1" dirty="0" smtClean="0"/>
          </a:p>
        </p:txBody>
      </p:sp>
      <p:sp>
        <p:nvSpPr>
          <p:cNvPr id="10243" name="Content Placeholder 2"/>
          <p:cNvSpPr>
            <a:spLocks noGrp="1"/>
          </p:cNvSpPr>
          <p:nvPr>
            <p:ph idx="4294967295"/>
          </p:nvPr>
        </p:nvSpPr>
        <p:spPr>
          <a:xfrm>
            <a:off x="2362200" y="1844675"/>
            <a:ext cx="7837488" cy="4692650"/>
          </a:xfrm>
        </p:spPr>
        <p:txBody>
          <a:bodyPr/>
          <a:lstStyle/>
          <a:p>
            <a:pPr eaLnBrk="1" hangingPunct="1"/>
            <a:r>
              <a:rPr lang="en-GB" altLang="en-US" sz="4000" b="1">
                <a:solidFill>
                  <a:srgbClr val="FF0000"/>
                </a:solidFill>
              </a:rPr>
              <a:t>P</a:t>
            </a:r>
            <a:r>
              <a:rPr lang="en-GB" altLang="en-US" sz="3600">
                <a:solidFill>
                  <a:srgbClr val="FF0000"/>
                </a:solidFill>
              </a:rPr>
              <a:t>eople</a:t>
            </a:r>
            <a:r>
              <a:rPr lang="en-GB" altLang="en-US" sz="3600"/>
              <a:t> – skills, training, communication</a:t>
            </a:r>
          </a:p>
          <a:p>
            <a:pPr eaLnBrk="1" hangingPunct="1"/>
            <a:r>
              <a:rPr lang="en-GB" altLang="en-US" sz="4000" b="1">
                <a:solidFill>
                  <a:srgbClr val="FF0000"/>
                </a:solidFill>
              </a:rPr>
              <a:t>P</a:t>
            </a:r>
            <a:r>
              <a:rPr lang="en-GB" altLang="en-US" sz="3600">
                <a:solidFill>
                  <a:srgbClr val="FF0000"/>
                </a:solidFill>
              </a:rPr>
              <a:t>rocesses</a:t>
            </a:r>
            <a:r>
              <a:rPr lang="en-GB" altLang="en-US" sz="3600"/>
              <a:t> – actions, activities, changes, goals, improving paths</a:t>
            </a:r>
          </a:p>
          <a:p>
            <a:pPr eaLnBrk="1" hangingPunct="1"/>
            <a:r>
              <a:rPr lang="en-GB" altLang="en-US" sz="4000" b="1">
                <a:solidFill>
                  <a:srgbClr val="FF0000"/>
                </a:solidFill>
              </a:rPr>
              <a:t>P</a:t>
            </a:r>
            <a:r>
              <a:rPr lang="en-GB" altLang="en-US" sz="3600">
                <a:solidFill>
                  <a:srgbClr val="FF0000"/>
                </a:solidFill>
              </a:rPr>
              <a:t>roducts</a:t>
            </a:r>
            <a:r>
              <a:rPr lang="en-GB" altLang="en-US" sz="3600"/>
              <a:t> – tools, monitors, measures, documents</a:t>
            </a:r>
          </a:p>
          <a:p>
            <a:pPr eaLnBrk="1" hangingPunct="1"/>
            <a:r>
              <a:rPr lang="en-GB" altLang="en-US" sz="4000" b="1">
                <a:solidFill>
                  <a:srgbClr val="FF0000"/>
                </a:solidFill>
              </a:rPr>
              <a:t>P</a:t>
            </a:r>
            <a:r>
              <a:rPr lang="en-GB" altLang="en-US" sz="3600">
                <a:solidFill>
                  <a:srgbClr val="FF0000"/>
                </a:solidFill>
              </a:rPr>
              <a:t>artners</a:t>
            </a:r>
            <a:r>
              <a:rPr lang="en-GB" altLang="en-US" sz="3600"/>
              <a:t> – specialist suppliers</a:t>
            </a:r>
            <a:endParaRPr lang="en-US" altLang="en-US" sz="3600"/>
          </a:p>
        </p:txBody>
      </p:sp>
    </p:spTree>
    <p:extLst>
      <p:ext uri="{BB962C8B-B14F-4D97-AF65-F5344CB8AC3E}">
        <p14:creationId xmlns:p14="http://schemas.microsoft.com/office/powerpoint/2010/main" val="12159935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idx="4294967295"/>
          </p:nvPr>
        </p:nvSpPr>
        <p:spPr>
          <a:xfrm>
            <a:off x="1965325" y="255588"/>
            <a:ext cx="8385175" cy="881063"/>
          </a:xfrm>
        </p:spPr>
        <p:txBody>
          <a:bodyPr/>
          <a:lstStyle/>
          <a:p>
            <a:pPr eaLnBrk="1" hangingPunct="1">
              <a:defRPr/>
            </a:pPr>
            <a:r>
              <a:rPr lang="en-GB" sz="4000" b="1" dirty="0"/>
              <a:t>Service Delivery Strategies</a:t>
            </a:r>
            <a:endParaRPr lang="en-US" sz="4000" b="1" dirty="0"/>
          </a:p>
        </p:txBody>
      </p:sp>
      <p:graphicFrame>
        <p:nvGraphicFramePr>
          <p:cNvPr id="12322" name="Group 34"/>
          <p:cNvGraphicFramePr>
            <a:graphicFrameLocks noGrp="1"/>
          </p:cNvGraphicFramePr>
          <p:nvPr>
            <p:ph idx="4294967295"/>
          </p:nvPr>
        </p:nvGraphicFramePr>
        <p:xfrm>
          <a:off x="2043113" y="1196975"/>
          <a:ext cx="8229600" cy="5126355"/>
        </p:xfrm>
        <a:graphic>
          <a:graphicData uri="http://schemas.openxmlformats.org/drawingml/2006/table">
            <a:tbl>
              <a:tblPr/>
              <a:tblGrid>
                <a:gridCol w="4114800">
                  <a:extLst>
                    <a:ext uri="{9D8B030D-6E8A-4147-A177-3AD203B41FA5}">
                      <a16:colId xmlns:a16="http://schemas.microsoft.com/office/drawing/2014/main" val="14625165"/>
                    </a:ext>
                  </a:extLst>
                </a:gridCol>
                <a:gridCol w="4114800">
                  <a:extLst>
                    <a:ext uri="{9D8B030D-6E8A-4147-A177-3AD203B41FA5}">
                      <a16:colId xmlns:a16="http://schemas.microsoft.com/office/drawing/2014/main" val="182133573"/>
                    </a:ext>
                  </a:extLst>
                </a:gridCol>
              </a:tblGrid>
              <a:tr h="257175">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chemeClr val="hlink"/>
                        </a:buClr>
                        <a:buSzTx/>
                        <a:buFontTx/>
                        <a:buNone/>
                        <a:tabLst/>
                      </a:pPr>
                      <a:r>
                        <a:rPr kumimoji="0" lang="en-GB" altLang="en-US" sz="1800" b="1" i="0" u="none" strike="noStrike" cap="none" normalizeH="0" baseline="0" smtClean="0">
                          <a:ln>
                            <a:noFill/>
                          </a:ln>
                          <a:solidFill>
                            <a:srgbClr val="FFFFFF"/>
                          </a:solidFill>
                          <a:effectLst>
                            <a:outerShdw blurRad="38100" dist="38100" dir="2700000" algn="tl">
                              <a:srgbClr val="000000"/>
                            </a:outerShdw>
                          </a:effectLst>
                          <a:latin typeface="Arial" panose="020B0604020202020204" pitchFamily="34" charset="0"/>
                          <a:cs typeface="Arial" panose="020B0604020202020204" pitchFamily="34" charset="0"/>
                        </a:rPr>
                        <a:t>Strategy</a:t>
                      </a:r>
                      <a:endParaRPr kumimoji="0" lang="en-US" altLang="en-US" sz="1800" b="1" i="0" u="none" strike="noStrike" cap="none" normalizeH="0" baseline="0" smtClean="0">
                        <a:ln>
                          <a:noFill/>
                        </a:ln>
                        <a:solidFill>
                          <a:srgbClr val="FFFFFF"/>
                        </a:solidFill>
                        <a:effectLst>
                          <a:outerShdw blurRad="38100" dist="38100" dir="2700000" algn="tl">
                            <a:srgbClr val="000000"/>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chemeClr val="hlink"/>
                        </a:buClr>
                        <a:buSzTx/>
                        <a:buFontTx/>
                        <a:buNone/>
                        <a:tabLst/>
                      </a:pPr>
                      <a:r>
                        <a:rPr kumimoji="0" lang="en-GB" altLang="en-US" sz="1800" b="1" i="0" u="none" strike="noStrike" cap="none" normalizeH="0" baseline="0" smtClean="0">
                          <a:ln>
                            <a:noFill/>
                          </a:ln>
                          <a:solidFill>
                            <a:srgbClr val="FFFFFF"/>
                          </a:solidFill>
                          <a:effectLst>
                            <a:outerShdw blurRad="38100" dist="38100" dir="2700000" algn="tl">
                              <a:srgbClr val="000000"/>
                            </a:outerShdw>
                          </a:effectLst>
                          <a:latin typeface="Arial" panose="020B0604020202020204" pitchFamily="34" charset="0"/>
                          <a:cs typeface="Arial" panose="020B0604020202020204" pitchFamily="34" charset="0"/>
                        </a:rPr>
                        <a:t>Features</a:t>
                      </a:r>
                      <a:endParaRPr kumimoji="0" lang="en-US" altLang="en-US" sz="1800" b="1" i="0" u="none" strike="noStrike" cap="none" normalizeH="0" baseline="0" smtClean="0">
                        <a:ln>
                          <a:noFill/>
                        </a:ln>
                        <a:solidFill>
                          <a:srgbClr val="FFFFFF"/>
                        </a:solidFill>
                        <a:effectLst>
                          <a:outerShdw blurRad="38100" dist="38100" dir="2700000" algn="tl">
                            <a:srgbClr val="000000"/>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160874192"/>
                  </a:ext>
                </a:extLst>
              </a:tr>
              <a:tr h="371475">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In-sourcing</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All parts internal</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1817827"/>
                  </a:ext>
                </a:extLst>
              </a:tr>
              <a:tr h="371475">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Out-sourcing</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External resources for specific and defined areas (e.g. Contract cleaners)</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804033664"/>
                  </a:ext>
                </a:extLst>
              </a:tr>
              <a:tr h="371475">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Co-Sourcing</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Mixture of internal and external resources</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855872508"/>
                  </a:ext>
                </a:extLst>
              </a:tr>
              <a:tr h="371475">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Knowledge Process Outsourcing </a:t>
                      </a:r>
                    </a:p>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(domain-based business expertise)</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Outsourcing of particular processes, with additional expertise from provider</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3000640423"/>
                  </a:ext>
                </a:extLst>
              </a:tr>
              <a:tr h="371475">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Application Outsourcing</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External hosting on shared computers – applications on demand (e.g. Survey Monkey, Meet-o-matic)</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2793584995"/>
                  </a:ext>
                </a:extLst>
              </a:tr>
              <a:tr h="371475">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Business Process Outsourcing</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Outsourcing of specific processes e.g. HR, Library Circulation, Payroll</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987026640"/>
                  </a:ext>
                </a:extLst>
              </a:tr>
              <a:tr h="371475">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Partnership/Multi-sourcing</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hlink"/>
                        </a:buClr>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accent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chemeClr val="hlink"/>
                        </a:buClr>
                        <a:buSzTx/>
                        <a:buFontTx/>
                        <a:buNone/>
                        <a:tabLst/>
                      </a:pPr>
                      <a:r>
                        <a:rPr kumimoji="0" lang="en-GB"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Sharing service provision over the lifecycle with two or more organisations</a:t>
                      </a:r>
                      <a:endParaRPr kumimoji="0" lang="en-US" altLang="en-US" sz="1800" b="0" i="0" u="none" strike="noStrike" cap="none" normalizeH="0" baseline="0" smtClean="0">
                        <a:ln>
                          <a:noFill/>
                        </a:ln>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3952104893"/>
                  </a:ext>
                </a:extLst>
              </a:tr>
            </a:tbl>
          </a:graphicData>
        </a:graphic>
      </p:graphicFrame>
    </p:spTree>
    <p:extLst>
      <p:ext uri="{BB962C8B-B14F-4D97-AF65-F5344CB8AC3E}">
        <p14:creationId xmlns:p14="http://schemas.microsoft.com/office/powerpoint/2010/main" val="23847943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1" name="CasellaDiTesto 6"/>
          <p:cNvSpPr txBox="1">
            <a:spLocks noChangeArrowheads="1"/>
          </p:cNvSpPr>
          <p:nvPr/>
        </p:nvSpPr>
        <p:spPr bwMode="auto">
          <a:xfrm>
            <a:off x="1727201" y="2101851"/>
            <a:ext cx="3889375" cy="403187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it-IT" altLang="en-US" sz="3200" b="1">
                <a:solidFill>
                  <a:srgbClr val="000000"/>
                </a:solidFill>
              </a:rPr>
              <a:t>Application SW</a:t>
            </a:r>
          </a:p>
          <a:p>
            <a:pPr algn="ctr" eaLnBrk="1" hangingPunct="1"/>
            <a:endParaRPr lang="it-IT" altLang="en-US" sz="3200" b="1">
              <a:solidFill>
                <a:srgbClr val="000000"/>
              </a:solidFill>
            </a:endParaRPr>
          </a:p>
          <a:p>
            <a:pPr algn="ctr" eaLnBrk="1" hangingPunct="1"/>
            <a:endParaRPr lang="it-IT" altLang="en-US" sz="3200" b="1">
              <a:solidFill>
                <a:srgbClr val="000000"/>
              </a:solidFill>
            </a:endParaRPr>
          </a:p>
          <a:p>
            <a:pPr algn="ctr" eaLnBrk="1" hangingPunct="1"/>
            <a:endParaRPr lang="it-IT" altLang="en-US" sz="3200" b="1">
              <a:solidFill>
                <a:srgbClr val="000000"/>
              </a:solidFill>
            </a:endParaRPr>
          </a:p>
          <a:p>
            <a:pPr algn="ctr" eaLnBrk="1" hangingPunct="1"/>
            <a:endParaRPr lang="it-IT" altLang="en-US" sz="3200" b="1">
              <a:solidFill>
                <a:srgbClr val="000000"/>
              </a:solidFill>
            </a:endParaRPr>
          </a:p>
          <a:p>
            <a:pPr algn="ctr" eaLnBrk="1" hangingPunct="1"/>
            <a:endParaRPr lang="it-IT" altLang="en-US" sz="3200" b="1">
              <a:solidFill>
                <a:srgbClr val="000000"/>
              </a:solidFill>
            </a:endParaRPr>
          </a:p>
          <a:p>
            <a:pPr algn="ctr" eaLnBrk="1" hangingPunct="1"/>
            <a:endParaRPr lang="it-IT" altLang="en-US" sz="3200" b="1">
              <a:solidFill>
                <a:srgbClr val="000000"/>
              </a:solidFill>
            </a:endParaRPr>
          </a:p>
          <a:p>
            <a:pPr algn="ctr" eaLnBrk="1" hangingPunct="1"/>
            <a:endParaRPr lang="it-IT" altLang="en-US" sz="3200" b="1">
              <a:solidFill>
                <a:srgbClr val="000000"/>
              </a:solidFill>
            </a:endParaRPr>
          </a:p>
        </p:txBody>
      </p:sp>
      <p:sp>
        <p:nvSpPr>
          <p:cNvPr id="13323" name="CasellaDiTesto 5"/>
          <p:cNvSpPr txBox="1">
            <a:spLocks noChangeArrowheads="1"/>
          </p:cNvSpPr>
          <p:nvPr/>
        </p:nvSpPr>
        <p:spPr bwMode="auto">
          <a:xfrm>
            <a:off x="1887538" y="3492501"/>
            <a:ext cx="3600450" cy="255454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it-IT" altLang="en-US" sz="3200" b="1">
                <a:solidFill>
                  <a:srgbClr val="000000"/>
                </a:solidFill>
              </a:rPr>
              <a:t>OS &amp; Middleware</a:t>
            </a:r>
          </a:p>
          <a:p>
            <a:pPr algn="ctr" eaLnBrk="1" hangingPunct="1"/>
            <a:endParaRPr lang="it-IT" altLang="en-US" sz="3200" b="1">
              <a:solidFill>
                <a:srgbClr val="000000"/>
              </a:solidFill>
            </a:endParaRPr>
          </a:p>
          <a:p>
            <a:pPr algn="ctr" eaLnBrk="1" hangingPunct="1"/>
            <a:endParaRPr lang="it-IT" altLang="en-US" sz="3200" b="1">
              <a:solidFill>
                <a:srgbClr val="000000"/>
              </a:solidFill>
            </a:endParaRPr>
          </a:p>
          <a:p>
            <a:pPr algn="ctr" eaLnBrk="1" hangingPunct="1"/>
            <a:endParaRPr lang="it-IT" altLang="en-US" sz="3200" b="1">
              <a:solidFill>
                <a:srgbClr val="000000"/>
              </a:solidFill>
            </a:endParaRPr>
          </a:p>
          <a:p>
            <a:pPr algn="ctr" eaLnBrk="1" hangingPunct="1"/>
            <a:endParaRPr lang="it-IT" altLang="en-US" sz="3200" b="1">
              <a:solidFill>
                <a:srgbClr val="000000"/>
              </a:solidFill>
            </a:endParaRPr>
          </a:p>
        </p:txBody>
      </p:sp>
      <p:sp>
        <p:nvSpPr>
          <p:cNvPr id="10242" name="Title 1"/>
          <p:cNvSpPr>
            <a:spLocks noGrp="1"/>
          </p:cNvSpPr>
          <p:nvPr>
            <p:ph type="title" idx="4294967295"/>
          </p:nvPr>
        </p:nvSpPr>
        <p:spPr/>
        <p:txBody>
          <a:bodyPr/>
          <a:lstStyle/>
          <a:p>
            <a:pPr eaLnBrk="1" hangingPunct="1">
              <a:defRPr/>
            </a:pPr>
            <a:r>
              <a:rPr lang="en-GB" b="1" dirty="0" smtClean="0"/>
              <a:t>Service Delivery Levels</a:t>
            </a:r>
            <a:endParaRPr lang="en-US" b="1" dirty="0" smtClean="0"/>
          </a:p>
        </p:txBody>
      </p:sp>
      <p:sp>
        <p:nvSpPr>
          <p:cNvPr id="10243" name="Content Placeholder 2"/>
          <p:cNvSpPr>
            <a:spLocks noGrp="1"/>
          </p:cNvSpPr>
          <p:nvPr>
            <p:ph idx="4294967295"/>
          </p:nvPr>
        </p:nvSpPr>
        <p:spPr>
          <a:xfrm>
            <a:off x="5668964" y="1844675"/>
            <a:ext cx="4675187" cy="4692650"/>
          </a:xfrm>
        </p:spPr>
        <p:txBody>
          <a:bodyPr/>
          <a:lstStyle/>
          <a:p>
            <a:pPr eaLnBrk="1" hangingPunct="1">
              <a:defRPr/>
            </a:pPr>
            <a:r>
              <a:rPr lang="en-GB" b="1" dirty="0" err="1" smtClean="0">
                <a:solidFill>
                  <a:srgbClr val="FF0000"/>
                </a:solidFill>
              </a:rPr>
              <a:t>SaaS</a:t>
            </a:r>
            <a:r>
              <a:rPr lang="en-GB" b="1" dirty="0" smtClean="0">
                <a:solidFill>
                  <a:srgbClr val="FF0000"/>
                </a:solidFill>
              </a:rPr>
              <a:t> </a:t>
            </a:r>
            <a:r>
              <a:rPr lang="en-GB" dirty="0" smtClean="0"/>
              <a:t>– Software as a Service</a:t>
            </a:r>
          </a:p>
          <a:p>
            <a:pPr eaLnBrk="1" hangingPunct="1">
              <a:defRPr/>
            </a:pPr>
            <a:endParaRPr lang="en-GB" b="1" dirty="0" smtClean="0">
              <a:solidFill>
                <a:srgbClr val="FF0000"/>
              </a:solidFill>
            </a:endParaRPr>
          </a:p>
          <a:p>
            <a:pPr eaLnBrk="1" hangingPunct="1">
              <a:defRPr/>
            </a:pPr>
            <a:r>
              <a:rPr lang="en-GB" b="1" dirty="0" err="1" smtClean="0">
                <a:solidFill>
                  <a:srgbClr val="FF0000"/>
                </a:solidFill>
              </a:rPr>
              <a:t>PaaS</a:t>
            </a:r>
            <a:r>
              <a:rPr lang="en-GB" b="1" dirty="0" smtClean="0">
                <a:solidFill>
                  <a:srgbClr val="FF0000"/>
                </a:solidFill>
              </a:rPr>
              <a:t> </a:t>
            </a:r>
            <a:r>
              <a:rPr lang="en-GB" dirty="0"/>
              <a:t>– Platform as a Service</a:t>
            </a:r>
          </a:p>
          <a:p>
            <a:pPr eaLnBrk="1" hangingPunct="1">
              <a:defRPr/>
            </a:pPr>
            <a:endParaRPr lang="en-GB" b="1" dirty="0" smtClean="0">
              <a:solidFill>
                <a:srgbClr val="FF0000"/>
              </a:solidFill>
            </a:endParaRPr>
          </a:p>
          <a:p>
            <a:pPr eaLnBrk="1" hangingPunct="1">
              <a:defRPr/>
            </a:pPr>
            <a:r>
              <a:rPr lang="en-GB" b="1" dirty="0" err="1" smtClean="0">
                <a:solidFill>
                  <a:srgbClr val="FF0000"/>
                </a:solidFill>
              </a:rPr>
              <a:t>IaaS</a:t>
            </a:r>
            <a:r>
              <a:rPr lang="en-GB" dirty="0"/>
              <a:t> – Infrastructures as a Service</a:t>
            </a:r>
          </a:p>
        </p:txBody>
      </p:sp>
      <p:sp>
        <p:nvSpPr>
          <p:cNvPr id="13322" name="CasellaDiTesto 4"/>
          <p:cNvSpPr txBox="1">
            <a:spLocks noChangeArrowheads="1"/>
          </p:cNvSpPr>
          <p:nvPr/>
        </p:nvSpPr>
        <p:spPr bwMode="auto">
          <a:xfrm>
            <a:off x="2168526" y="4910138"/>
            <a:ext cx="3071813" cy="106680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it-IT" altLang="en-US" sz="3200" b="1">
                <a:solidFill>
                  <a:srgbClr val="000000"/>
                </a:solidFill>
              </a:rPr>
              <a:t>HW &amp; Bld Infrastructures</a:t>
            </a:r>
          </a:p>
        </p:txBody>
      </p:sp>
    </p:spTree>
    <p:extLst>
      <p:ext uri="{BB962C8B-B14F-4D97-AF65-F5344CB8AC3E}">
        <p14:creationId xmlns:p14="http://schemas.microsoft.com/office/powerpoint/2010/main" val="32771868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normAutofit/>
          </a:bodyPr>
          <a:lstStyle/>
          <a:p>
            <a:pPr eaLnBrk="1" hangingPunct="1">
              <a:defRPr/>
            </a:pPr>
            <a:r>
              <a:rPr lang="en-GB" b="1" dirty="0"/>
              <a:t> </a:t>
            </a:r>
            <a:r>
              <a:rPr lang="en-GB" b="1" dirty="0" smtClean="0"/>
              <a:t>        Service Lifecycle &amp; 5 Lifecycle Stages</a:t>
            </a:r>
            <a:endParaRPr lang="en-US" b="1" dirty="0" smtClean="0"/>
          </a:p>
        </p:txBody>
      </p:sp>
      <p:pic>
        <p:nvPicPr>
          <p:cNvPr id="1433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9975" y="1914525"/>
            <a:ext cx="4573588" cy="461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09769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idx="4294967295"/>
          </p:nvPr>
        </p:nvSpPr>
        <p:spPr>
          <a:xfrm>
            <a:off x="1981201" y="244475"/>
            <a:ext cx="8385175" cy="1023938"/>
          </a:xfrm>
        </p:spPr>
        <p:txBody>
          <a:bodyPr/>
          <a:lstStyle/>
          <a:p>
            <a:pPr eaLnBrk="1" hangingPunct="1">
              <a:defRPr/>
            </a:pPr>
            <a:r>
              <a:rPr lang="en-GB" b="1" dirty="0" smtClean="0"/>
              <a:t>Processes &amp; Functions</a:t>
            </a:r>
            <a:endParaRPr lang="en-US" b="1" dirty="0" smtClean="0"/>
          </a:p>
        </p:txBody>
      </p:sp>
      <p:sp>
        <p:nvSpPr>
          <p:cNvPr id="3" name="Content Placeholder 2"/>
          <p:cNvSpPr>
            <a:spLocks noGrp="1"/>
          </p:cNvSpPr>
          <p:nvPr>
            <p:ph idx="4294967295"/>
          </p:nvPr>
        </p:nvSpPr>
        <p:spPr/>
        <p:txBody>
          <a:bodyPr>
            <a:normAutofit/>
          </a:bodyPr>
          <a:lstStyle/>
          <a:p>
            <a:pPr eaLnBrk="1" hangingPunct="1">
              <a:lnSpc>
                <a:spcPct val="80000"/>
              </a:lnSpc>
              <a:defRPr/>
            </a:pPr>
            <a:r>
              <a:rPr lang="en-GB" sz="3400" b="1">
                <a:solidFill>
                  <a:srgbClr val="FF0000"/>
                </a:solidFill>
              </a:rPr>
              <a:t>Process</a:t>
            </a:r>
          </a:p>
          <a:p>
            <a:pPr lvl="1" eaLnBrk="1" hangingPunct="1">
              <a:lnSpc>
                <a:spcPct val="80000"/>
              </a:lnSpc>
              <a:defRPr/>
            </a:pPr>
            <a:r>
              <a:rPr lang="en-GB" sz="3000"/>
              <a:t>Structured </a:t>
            </a:r>
            <a:r>
              <a:rPr lang="en-GB" sz="3000">
                <a:solidFill>
                  <a:srgbClr val="FF0000"/>
                </a:solidFill>
              </a:rPr>
              <a:t>set of activities</a:t>
            </a:r>
            <a:r>
              <a:rPr lang="en-GB" sz="3000"/>
              <a:t> designed to accomplish a defined objective</a:t>
            </a:r>
          </a:p>
          <a:p>
            <a:pPr lvl="1" eaLnBrk="1" hangingPunct="1">
              <a:lnSpc>
                <a:spcPct val="80000"/>
              </a:lnSpc>
              <a:defRPr/>
            </a:pPr>
            <a:r>
              <a:rPr lang="en-GB" sz="3000"/>
              <a:t>Inputs &amp; Outputs</a:t>
            </a:r>
          </a:p>
          <a:p>
            <a:pPr lvl="1" eaLnBrk="1" hangingPunct="1">
              <a:lnSpc>
                <a:spcPct val="80000"/>
              </a:lnSpc>
              <a:defRPr/>
            </a:pPr>
            <a:r>
              <a:rPr lang="en-GB" sz="3000"/>
              <a:t>Measurable</a:t>
            </a:r>
          </a:p>
          <a:p>
            <a:pPr eaLnBrk="1" hangingPunct="1">
              <a:lnSpc>
                <a:spcPct val="80000"/>
              </a:lnSpc>
              <a:defRPr/>
            </a:pPr>
            <a:r>
              <a:rPr lang="en-GB" sz="3400" b="1">
                <a:solidFill>
                  <a:srgbClr val="FF0000"/>
                </a:solidFill>
              </a:rPr>
              <a:t>Function</a:t>
            </a:r>
          </a:p>
          <a:p>
            <a:pPr lvl="1" eaLnBrk="1" hangingPunct="1">
              <a:lnSpc>
                <a:spcPct val="80000"/>
              </a:lnSpc>
              <a:defRPr/>
            </a:pPr>
            <a:r>
              <a:rPr lang="en-GB" sz="3000"/>
              <a:t>Team or group of </a:t>
            </a:r>
            <a:r>
              <a:rPr lang="en-GB" sz="3000">
                <a:solidFill>
                  <a:srgbClr val="FF0000"/>
                </a:solidFill>
              </a:rPr>
              <a:t>people</a:t>
            </a:r>
            <a:r>
              <a:rPr lang="en-GB" sz="3000"/>
              <a:t> and </a:t>
            </a:r>
            <a:r>
              <a:rPr lang="en-GB" sz="3000">
                <a:solidFill>
                  <a:srgbClr val="FF0000"/>
                </a:solidFill>
              </a:rPr>
              <a:t>tools</a:t>
            </a:r>
            <a:r>
              <a:rPr lang="en-GB" sz="3000"/>
              <a:t> they use to carry out one or more processes or activities</a:t>
            </a:r>
          </a:p>
          <a:p>
            <a:pPr lvl="1" eaLnBrk="1" hangingPunct="1">
              <a:lnSpc>
                <a:spcPct val="80000"/>
              </a:lnSpc>
              <a:defRPr/>
            </a:pPr>
            <a:r>
              <a:rPr lang="en-GB" sz="3000"/>
              <a:t>Own practices and knowledge body</a:t>
            </a:r>
            <a:endParaRPr lang="en-US" sz="3000"/>
          </a:p>
        </p:txBody>
      </p:sp>
    </p:spTree>
    <p:extLst>
      <p:ext uri="{BB962C8B-B14F-4D97-AF65-F5344CB8AC3E}">
        <p14:creationId xmlns:p14="http://schemas.microsoft.com/office/powerpoint/2010/main" val="3290881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idx="4294967295"/>
          </p:nvPr>
        </p:nvSpPr>
        <p:spPr>
          <a:xfrm>
            <a:off x="1992314" y="260350"/>
            <a:ext cx="8385175" cy="1081088"/>
          </a:xfrm>
        </p:spPr>
        <p:txBody>
          <a:bodyPr/>
          <a:lstStyle/>
          <a:p>
            <a:pPr eaLnBrk="1" hangingPunct="1">
              <a:defRPr/>
            </a:pPr>
            <a:r>
              <a:rPr lang="en-GB" sz="3600" b="1" dirty="0"/>
              <a:t>ITIL Roles (</a:t>
            </a:r>
            <a:r>
              <a:rPr lang="en-GB" sz="3600" b="1" dirty="0">
                <a:solidFill>
                  <a:srgbClr val="FF0000"/>
                </a:solidFill>
              </a:rPr>
              <a:t>Owner</a:t>
            </a:r>
            <a:r>
              <a:rPr lang="en-GB" sz="3600" b="1" dirty="0"/>
              <a:t> vs. </a:t>
            </a:r>
            <a:r>
              <a:rPr lang="en-GB" sz="3600" b="1" dirty="0">
                <a:solidFill>
                  <a:srgbClr val="FF0000"/>
                </a:solidFill>
              </a:rPr>
              <a:t>Manager</a:t>
            </a:r>
            <a:r>
              <a:rPr lang="en-GB" sz="3600" b="1" dirty="0"/>
              <a:t>)</a:t>
            </a:r>
            <a:endParaRPr lang="en-US" sz="3600" b="1" dirty="0"/>
          </a:p>
        </p:txBody>
      </p:sp>
      <p:sp>
        <p:nvSpPr>
          <p:cNvPr id="3" name="Content Placeholder 2"/>
          <p:cNvSpPr>
            <a:spLocks noGrp="1"/>
          </p:cNvSpPr>
          <p:nvPr>
            <p:ph idx="4294967295"/>
          </p:nvPr>
        </p:nvSpPr>
        <p:spPr/>
        <p:txBody>
          <a:bodyPr>
            <a:normAutofit/>
          </a:bodyPr>
          <a:lstStyle/>
          <a:p>
            <a:pPr eaLnBrk="1" hangingPunct="1">
              <a:lnSpc>
                <a:spcPct val="90000"/>
              </a:lnSpc>
              <a:defRPr/>
            </a:pPr>
            <a:r>
              <a:rPr lang="en-GB" dirty="0" smtClean="0">
                <a:solidFill>
                  <a:srgbClr val="FF0000"/>
                </a:solidFill>
              </a:rPr>
              <a:t>Process Owner</a:t>
            </a:r>
          </a:p>
          <a:p>
            <a:pPr lvl="1" eaLnBrk="1" hangingPunct="1">
              <a:lnSpc>
                <a:spcPct val="90000"/>
              </a:lnSpc>
              <a:defRPr/>
            </a:pPr>
            <a:r>
              <a:rPr lang="en-GB" dirty="0" smtClean="0"/>
              <a:t>Ensures Fit for Purpose</a:t>
            </a:r>
          </a:p>
          <a:p>
            <a:pPr eaLnBrk="1" hangingPunct="1">
              <a:lnSpc>
                <a:spcPct val="90000"/>
              </a:lnSpc>
              <a:defRPr/>
            </a:pPr>
            <a:r>
              <a:rPr lang="en-GB" dirty="0" smtClean="0">
                <a:solidFill>
                  <a:srgbClr val="FF0000"/>
                </a:solidFill>
              </a:rPr>
              <a:t>Process Manager</a:t>
            </a:r>
          </a:p>
          <a:p>
            <a:pPr lvl="1" eaLnBrk="1" hangingPunct="1">
              <a:lnSpc>
                <a:spcPct val="90000"/>
              </a:lnSpc>
              <a:defRPr/>
            </a:pPr>
            <a:r>
              <a:rPr lang="en-GB" dirty="0" smtClean="0"/>
              <a:t>Monitors and Reports on Process</a:t>
            </a:r>
          </a:p>
          <a:p>
            <a:pPr eaLnBrk="1" hangingPunct="1">
              <a:lnSpc>
                <a:spcPct val="90000"/>
              </a:lnSpc>
              <a:defRPr/>
            </a:pPr>
            <a:r>
              <a:rPr lang="en-GB" dirty="0" smtClean="0">
                <a:solidFill>
                  <a:srgbClr val="FF0000"/>
                </a:solidFill>
              </a:rPr>
              <a:t>Service Owner</a:t>
            </a:r>
          </a:p>
          <a:p>
            <a:pPr lvl="1" eaLnBrk="1" hangingPunct="1">
              <a:lnSpc>
                <a:spcPct val="90000"/>
              </a:lnSpc>
              <a:defRPr/>
            </a:pPr>
            <a:r>
              <a:rPr lang="en-GB" dirty="0" smtClean="0"/>
              <a:t>Accountable for Delivery</a:t>
            </a:r>
          </a:p>
          <a:p>
            <a:pPr eaLnBrk="1" hangingPunct="1">
              <a:lnSpc>
                <a:spcPct val="90000"/>
              </a:lnSpc>
              <a:defRPr/>
            </a:pPr>
            <a:r>
              <a:rPr lang="en-GB" dirty="0" smtClean="0">
                <a:solidFill>
                  <a:srgbClr val="FF0000"/>
                </a:solidFill>
              </a:rPr>
              <a:t>Service Manager</a:t>
            </a:r>
          </a:p>
          <a:p>
            <a:pPr lvl="1" eaLnBrk="1" hangingPunct="1">
              <a:lnSpc>
                <a:spcPct val="90000"/>
              </a:lnSpc>
              <a:defRPr/>
            </a:pPr>
            <a:r>
              <a:rPr lang="en-GB" dirty="0" smtClean="0"/>
              <a:t>Responsible for initiation, transition and maintenance.  Lifecycle!</a:t>
            </a:r>
          </a:p>
        </p:txBody>
      </p:sp>
    </p:spTree>
    <p:extLst>
      <p:ext uri="{BB962C8B-B14F-4D97-AF65-F5344CB8AC3E}">
        <p14:creationId xmlns:p14="http://schemas.microsoft.com/office/powerpoint/2010/main" val="2406448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idx="4294967295"/>
          </p:nvPr>
        </p:nvSpPr>
        <p:spPr/>
        <p:txBody>
          <a:bodyPr/>
          <a:lstStyle/>
          <a:p>
            <a:pPr eaLnBrk="1" hangingPunct="1">
              <a:defRPr/>
            </a:pPr>
            <a:r>
              <a:rPr lang="en-GB" dirty="0" smtClean="0"/>
              <a:t>… </a:t>
            </a:r>
            <a:r>
              <a:rPr lang="en-GB" b="1" dirty="0" smtClean="0"/>
              <a:t>more Roles</a:t>
            </a:r>
            <a:endParaRPr lang="en-US" b="1" dirty="0" smtClean="0"/>
          </a:p>
        </p:txBody>
      </p:sp>
      <p:sp>
        <p:nvSpPr>
          <p:cNvPr id="76803" name="Content Placeholder 2"/>
          <p:cNvSpPr>
            <a:spLocks noGrp="1"/>
          </p:cNvSpPr>
          <p:nvPr>
            <p:ph idx="4294967295"/>
          </p:nvPr>
        </p:nvSpPr>
        <p:spPr/>
        <p:txBody>
          <a:bodyPr>
            <a:normAutofit lnSpcReduction="10000"/>
          </a:bodyPr>
          <a:lstStyle/>
          <a:p>
            <a:pPr eaLnBrk="1" hangingPunct="1"/>
            <a:r>
              <a:rPr lang="en-GB" altLang="en-US" dirty="0" smtClean="0"/>
              <a:t>Business Relationship Manager </a:t>
            </a:r>
          </a:p>
          <a:p>
            <a:pPr marL="0" indent="0" eaLnBrk="1" hangingPunct="1">
              <a:buNone/>
            </a:pPr>
            <a:endParaRPr lang="en-GB" altLang="en-US" dirty="0" smtClean="0"/>
          </a:p>
          <a:p>
            <a:pPr eaLnBrk="1" hangingPunct="1"/>
            <a:r>
              <a:rPr lang="en-GB" altLang="en-US" dirty="0" smtClean="0"/>
              <a:t>Service Asset &amp; Configuration</a:t>
            </a:r>
          </a:p>
          <a:p>
            <a:pPr marL="0" indent="0" eaLnBrk="1" hangingPunct="1">
              <a:buNone/>
            </a:pPr>
            <a:endParaRPr lang="en-GB" altLang="en-US" dirty="0" smtClean="0"/>
          </a:p>
          <a:p>
            <a:pPr lvl="1" eaLnBrk="1" hangingPunct="1">
              <a:buFont typeface="Wingdings" panose="05000000000000000000" pitchFamily="2" charset="2"/>
              <a:buChar char="ü"/>
            </a:pPr>
            <a:r>
              <a:rPr lang="en-GB" altLang="en-US" dirty="0" smtClean="0"/>
              <a:t>Service </a:t>
            </a:r>
            <a:r>
              <a:rPr lang="en-GB" altLang="en-US" dirty="0"/>
              <a:t>Asset (resources) Manager</a:t>
            </a:r>
          </a:p>
          <a:p>
            <a:pPr lvl="1" eaLnBrk="1" hangingPunct="1">
              <a:buFont typeface="Wingdings" panose="05000000000000000000" pitchFamily="2" charset="2"/>
              <a:buChar char="ü"/>
            </a:pPr>
            <a:r>
              <a:rPr lang="en-GB" altLang="en-US" dirty="0"/>
              <a:t>Service Knowledge (capabilities) Manager</a:t>
            </a:r>
          </a:p>
          <a:p>
            <a:pPr lvl="1" eaLnBrk="1" hangingPunct="1">
              <a:buFont typeface="Wingdings" panose="05000000000000000000" pitchFamily="2" charset="2"/>
              <a:buChar char="ü"/>
            </a:pPr>
            <a:r>
              <a:rPr lang="en-GB" altLang="en-US" dirty="0"/>
              <a:t>Configuration Manager</a:t>
            </a:r>
          </a:p>
          <a:p>
            <a:pPr lvl="1" eaLnBrk="1" hangingPunct="1">
              <a:buFont typeface="Wingdings" panose="05000000000000000000" pitchFamily="2" charset="2"/>
              <a:buChar char="ü"/>
            </a:pPr>
            <a:r>
              <a:rPr lang="en-GB" altLang="en-US" dirty="0"/>
              <a:t>Configuration Analyst</a:t>
            </a:r>
          </a:p>
          <a:p>
            <a:pPr lvl="1" eaLnBrk="1" hangingPunct="1">
              <a:buFont typeface="Wingdings" panose="05000000000000000000" pitchFamily="2" charset="2"/>
              <a:buChar char="ü"/>
            </a:pPr>
            <a:r>
              <a:rPr lang="en-GB" altLang="en-US" dirty="0"/>
              <a:t>Configuration Librarian</a:t>
            </a:r>
          </a:p>
          <a:p>
            <a:pPr lvl="1" eaLnBrk="1" hangingPunct="1">
              <a:buFont typeface="Wingdings" panose="05000000000000000000" pitchFamily="2" charset="2"/>
              <a:buChar char="ü"/>
            </a:pPr>
            <a:r>
              <a:rPr lang="en-GB" altLang="en-US" dirty="0"/>
              <a:t>CMS tools administrator</a:t>
            </a:r>
            <a:endParaRPr lang="en-US" altLang="en-US" dirty="0"/>
          </a:p>
        </p:txBody>
      </p:sp>
    </p:spTree>
    <p:extLst>
      <p:ext uri="{BB962C8B-B14F-4D97-AF65-F5344CB8AC3E}">
        <p14:creationId xmlns:p14="http://schemas.microsoft.com/office/powerpoint/2010/main" val="2554774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idx="4294967295"/>
          </p:nvPr>
        </p:nvSpPr>
        <p:spPr>
          <a:xfrm>
            <a:off x="1981201" y="244476"/>
            <a:ext cx="8385175" cy="881063"/>
          </a:xfrm>
        </p:spPr>
        <p:txBody>
          <a:bodyPr/>
          <a:lstStyle/>
          <a:p>
            <a:pPr eaLnBrk="1" hangingPunct="1">
              <a:defRPr/>
            </a:pPr>
            <a:r>
              <a:rPr lang="en-GB" sz="3600" b="1" dirty="0"/>
              <a:t>The 5 Service Lifecycle Stages</a:t>
            </a:r>
            <a:endParaRPr lang="en-US" sz="3600" b="1" dirty="0"/>
          </a:p>
        </p:txBody>
      </p:sp>
      <p:sp>
        <p:nvSpPr>
          <p:cNvPr id="3" name="Content Placeholder 2"/>
          <p:cNvSpPr>
            <a:spLocks noGrp="1"/>
          </p:cNvSpPr>
          <p:nvPr>
            <p:ph idx="4294967295"/>
          </p:nvPr>
        </p:nvSpPr>
        <p:spPr>
          <a:xfrm>
            <a:off x="1925609" y="1379522"/>
            <a:ext cx="8358246" cy="5286412"/>
          </a:xfrm>
        </p:spPr>
        <p:txBody>
          <a:bodyPr numCol="2" rtlCol="0">
            <a:normAutofit fontScale="92500"/>
          </a:bodyPr>
          <a:lstStyle/>
          <a:p>
            <a:pPr>
              <a:defRPr/>
            </a:pPr>
            <a:r>
              <a:rPr lang="en-GB" kern="1200" dirty="0">
                <a:solidFill>
                  <a:srgbClr val="FF0000"/>
                </a:solidFill>
                <a:effectLst/>
              </a:rPr>
              <a:t>Service Strategy</a:t>
            </a:r>
          </a:p>
          <a:p>
            <a:pPr lvl="1">
              <a:buFont typeface="Arial" pitchFamily="34" charset="0"/>
              <a:buChar char="–"/>
              <a:defRPr/>
            </a:pPr>
            <a:r>
              <a:rPr lang="en-GB" kern="1200" dirty="0">
                <a:effectLst/>
                <a:ea typeface="+mn-ea"/>
              </a:rPr>
              <a:t>Strategy generation</a:t>
            </a:r>
          </a:p>
          <a:p>
            <a:pPr lvl="1">
              <a:buFont typeface="Arial" pitchFamily="34" charset="0"/>
              <a:buChar char="–"/>
              <a:defRPr/>
            </a:pPr>
            <a:r>
              <a:rPr lang="en-GB" kern="1200" dirty="0">
                <a:effectLst/>
                <a:ea typeface="+mn-ea"/>
              </a:rPr>
              <a:t>Financial management</a:t>
            </a:r>
          </a:p>
          <a:p>
            <a:pPr lvl="1">
              <a:buFont typeface="Arial" pitchFamily="34" charset="0"/>
              <a:buChar char="–"/>
              <a:defRPr/>
            </a:pPr>
            <a:r>
              <a:rPr lang="en-GB" kern="1200" dirty="0">
                <a:effectLst/>
                <a:ea typeface="+mn-ea"/>
              </a:rPr>
              <a:t>Service portfolio management</a:t>
            </a:r>
          </a:p>
          <a:p>
            <a:pPr lvl="1">
              <a:buFont typeface="Arial" pitchFamily="34" charset="0"/>
              <a:buChar char="–"/>
              <a:defRPr/>
            </a:pPr>
            <a:r>
              <a:rPr lang="en-GB" kern="1200" dirty="0">
                <a:effectLst/>
                <a:ea typeface="+mn-ea"/>
              </a:rPr>
              <a:t>Demand management</a:t>
            </a:r>
            <a:endParaRPr lang="en-US" kern="1200" dirty="0">
              <a:effectLst/>
              <a:ea typeface="+mn-ea"/>
            </a:endParaRPr>
          </a:p>
          <a:p>
            <a:pPr>
              <a:defRPr/>
            </a:pPr>
            <a:r>
              <a:rPr lang="en-GB" kern="1200" dirty="0">
                <a:solidFill>
                  <a:srgbClr val="FF0000"/>
                </a:solidFill>
                <a:effectLst/>
              </a:rPr>
              <a:t>Service Design</a:t>
            </a:r>
          </a:p>
          <a:p>
            <a:pPr lvl="1">
              <a:buFont typeface="Arial" pitchFamily="34" charset="0"/>
              <a:buChar char="–"/>
              <a:defRPr/>
            </a:pPr>
            <a:r>
              <a:rPr lang="en-GB" kern="1200" dirty="0">
                <a:effectLst/>
                <a:ea typeface="+mn-ea"/>
              </a:rPr>
              <a:t>Capacity, Availability, Info Security Management</a:t>
            </a:r>
          </a:p>
          <a:p>
            <a:pPr lvl="1">
              <a:buFont typeface="Arial" pitchFamily="34" charset="0"/>
              <a:buChar char="–"/>
              <a:defRPr/>
            </a:pPr>
            <a:r>
              <a:rPr lang="en-GB" kern="1200" dirty="0">
                <a:effectLst/>
                <a:ea typeface="+mn-ea"/>
              </a:rPr>
              <a:t>Service level &amp; Supplier Management</a:t>
            </a:r>
          </a:p>
          <a:p>
            <a:pPr>
              <a:defRPr/>
            </a:pPr>
            <a:r>
              <a:rPr lang="en-GB" kern="1200" dirty="0">
                <a:solidFill>
                  <a:srgbClr val="FF0000"/>
                </a:solidFill>
                <a:effectLst/>
              </a:rPr>
              <a:t>Service Transition</a:t>
            </a:r>
          </a:p>
          <a:p>
            <a:pPr lvl="1">
              <a:buFont typeface="Arial" pitchFamily="34" charset="0"/>
              <a:buChar char="–"/>
              <a:defRPr/>
            </a:pPr>
            <a:r>
              <a:rPr lang="en-GB" kern="1200" dirty="0">
                <a:effectLst/>
                <a:ea typeface="+mn-ea"/>
              </a:rPr>
              <a:t>Planning &amp; Support</a:t>
            </a:r>
          </a:p>
          <a:p>
            <a:pPr lvl="1">
              <a:buFont typeface="Arial" pitchFamily="34" charset="0"/>
              <a:buChar char="–"/>
              <a:defRPr/>
            </a:pPr>
            <a:r>
              <a:rPr lang="en-GB" kern="1200" dirty="0">
                <a:effectLst/>
                <a:ea typeface="+mn-ea"/>
              </a:rPr>
              <a:t>Release &amp; Deployment</a:t>
            </a:r>
          </a:p>
          <a:p>
            <a:pPr lvl="1">
              <a:buFont typeface="Arial" pitchFamily="34" charset="0"/>
              <a:buChar char="–"/>
              <a:defRPr/>
            </a:pPr>
            <a:r>
              <a:rPr lang="en-GB" kern="1200" dirty="0">
                <a:effectLst/>
                <a:ea typeface="+mn-ea"/>
              </a:rPr>
              <a:t>Asset &amp; </a:t>
            </a:r>
            <a:r>
              <a:rPr lang="en-GB" kern="1200" dirty="0" err="1">
                <a:effectLst/>
                <a:ea typeface="+mn-ea"/>
              </a:rPr>
              <a:t>Config</a:t>
            </a:r>
            <a:r>
              <a:rPr lang="en-GB" kern="1200" dirty="0">
                <a:effectLst/>
                <a:ea typeface="+mn-ea"/>
              </a:rPr>
              <a:t> management</a:t>
            </a:r>
          </a:p>
          <a:p>
            <a:pPr lvl="1">
              <a:buFont typeface="Arial" pitchFamily="34" charset="0"/>
              <a:buChar char="–"/>
              <a:defRPr/>
            </a:pPr>
            <a:r>
              <a:rPr lang="en-GB" kern="1200" dirty="0">
                <a:effectLst/>
                <a:ea typeface="+mn-ea"/>
              </a:rPr>
              <a:t>Change management</a:t>
            </a:r>
          </a:p>
          <a:p>
            <a:pPr lvl="1">
              <a:buFont typeface="Arial" pitchFamily="34" charset="0"/>
              <a:buChar char="–"/>
              <a:defRPr/>
            </a:pPr>
            <a:r>
              <a:rPr lang="en-GB" kern="1200" dirty="0">
                <a:effectLst/>
                <a:ea typeface="+mn-ea"/>
              </a:rPr>
              <a:t>Knowledge Management</a:t>
            </a:r>
          </a:p>
          <a:p>
            <a:pPr>
              <a:defRPr/>
            </a:pPr>
            <a:r>
              <a:rPr lang="en-GB" kern="1200" dirty="0">
                <a:solidFill>
                  <a:srgbClr val="FF0000"/>
                </a:solidFill>
                <a:effectLst/>
              </a:rPr>
              <a:t>Service Operation</a:t>
            </a:r>
          </a:p>
          <a:p>
            <a:pPr lvl="1">
              <a:buFont typeface="Arial" pitchFamily="34" charset="0"/>
              <a:buChar char="–"/>
              <a:defRPr/>
            </a:pPr>
            <a:r>
              <a:rPr lang="en-GB" kern="1200" dirty="0">
                <a:effectLst/>
                <a:ea typeface="+mn-ea"/>
              </a:rPr>
              <a:t>Problem &amp; Incident management</a:t>
            </a:r>
          </a:p>
          <a:p>
            <a:pPr lvl="1">
              <a:buFont typeface="Arial" pitchFamily="34" charset="0"/>
              <a:buChar char="–"/>
              <a:defRPr/>
            </a:pPr>
            <a:r>
              <a:rPr lang="en-GB" kern="1200" dirty="0">
                <a:effectLst/>
                <a:ea typeface="+mn-ea"/>
              </a:rPr>
              <a:t>Request fulfilment</a:t>
            </a:r>
          </a:p>
          <a:p>
            <a:pPr lvl="1">
              <a:buFont typeface="Arial" pitchFamily="34" charset="0"/>
              <a:buChar char="–"/>
              <a:defRPr/>
            </a:pPr>
            <a:r>
              <a:rPr lang="en-GB" kern="1200" dirty="0">
                <a:effectLst/>
                <a:ea typeface="+mn-ea"/>
              </a:rPr>
              <a:t>Event &amp; Access management</a:t>
            </a:r>
          </a:p>
          <a:p>
            <a:pPr>
              <a:defRPr/>
            </a:pPr>
            <a:r>
              <a:rPr lang="en-GB" kern="1200" dirty="0">
                <a:solidFill>
                  <a:srgbClr val="FF0000"/>
                </a:solidFill>
                <a:effectLst/>
              </a:rPr>
              <a:t>Continual Service Improvement</a:t>
            </a:r>
          </a:p>
          <a:p>
            <a:pPr lvl="1">
              <a:buFont typeface="Arial" pitchFamily="34" charset="0"/>
              <a:buChar char="–"/>
              <a:defRPr/>
            </a:pPr>
            <a:r>
              <a:rPr lang="en-GB" kern="1200" dirty="0">
                <a:effectLst/>
                <a:ea typeface="+mn-ea"/>
              </a:rPr>
              <a:t>Service measurement &amp; reporting</a:t>
            </a:r>
          </a:p>
          <a:p>
            <a:pPr lvl="1">
              <a:buFont typeface="Arial" pitchFamily="34" charset="0"/>
              <a:buChar char="–"/>
              <a:defRPr/>
            </a:pPr>
            <a:r>
              <a:rPr lang="en-GB" kern="1200" dirty="0">
                <a:effectLst/>
                <a:ea typeface="+mn-ea"/>
              </a:rPr>
              <a:t>7-step improvement process</a:t>
            </a:r>
          </a:p>
        </p:txBody>
      </p:sp>
    </p:spTree>
    <p:extLst>
      <p:ext uri="{BB962C8B-B14F-4D97-AF65-F5344CB8AC3E}">
        <p14:creationId xmlns:p14="http://schemas.microsoft.com/office/powerpoint/2010/main" val="21203080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idx="4294967295"/>
          </p:nvPr>
        </p:nvSpPr>
        <p:spPr>
          <a:xfrm>
            <a:off x="1981201" y="244475"/>
            <a:ext cx="8385175" cy="1168400"/>
          </a:xfrm>
        </p:spPr>
        <p:txBody>
          <a:bodyPr/>
          <a:lstStyle/>
          <a:p>
            <a:pPr eaLnBrk="1" hangingPunct="1">
              <a:defRPr/>
            </a:pPr>
            <a:r>
              <a:rPr lang="en-GB" b="1" dirty="0" smtClean="0">
                <a:solidFill>
                  <a:srgbClr val="000000"/>
                </a:solidFill>
                <a:effectLst>
                  <a:outerShdw blurRad="38100" dist="38100" dir="2700000" algn="tl">
                    <a:srgbClr val="FFFFFF"/>
                  </a:outerShdw>
                </a:effectLst>
              </a:rPr>
              <a:t>Stage 1 –</a:t>
            </a:r>
            <a:r>
              <a:rPr lang="en-GB" b="1" dirty="0" smtClean="0"/>
              <a:t> </a:t>
            </a:r>
            <a:r>
              <a:rPr lang="en-GB" b="1" dirty="0" smtClean="0">
                <a:solidFill>
                  <a:srgbClr val="FF0000"/>
                </a:solidFill>
              </a:rPr>
              <a:t>Service Strategy</a:t>
            </a:r>
            <a:endParaRPr lang="en-US" b="1" dirty="0" smtClean="0">
              <a:solidFill>
                <a:srgbClr val="FF0000"/>
              </a:solidFill>
            </a:endParaRPr>
          </a:p>
        </p:txBody>
      </p:sp>
      <p:sp>
        <p:nvSpPr>
          <p:cNvPr id="3" name="Content Placeholder 2"/>
          <p:cNvSpPr>
            <a:spLocks noGrp="1"/>
          </p:cNvSpPr>
          <p:nvPr>
            <p:ph idx="4294967295"/>
          </p:nvPr>
        </p:nvSpPr>
        <p:spPr/>
        <p:txBody>
          <a:bodyPr>
            <a:normAutofit lnSpcReduction="10000"/>
          </a:bodyPr>
          <a:lstStyle/>
          <a:p>
            <a:pPr eaLnBrk="1" hangingPunct="1">
              <a:lnSpc>
                <a:spcPct val="80000"/>
              </a:lnSpc>
              <a:defRPr/>
            </a:pPr>
            <a:r>
              <a:rPr lang="en-GB" sz="3000">
                <a:solidFill>
                  <a:srgbClr val="000000"/>
                </a:solidFill>
                <a:effectLst>
                  <a:outerShdw blurRad="38100" dist="38100" dir="2700000" algn="tl">
                    <a:srgbClr val="FFFFFF"/>
                  </a:outerShdw>
                </a:effectLst>
              </a:rPr>
              <a:t>What are we going to provide?</a:t>
            </a:r>
          </a:p>
          <a:p>
            <a:pPr eaLnBrk="1" hangingPunct="1">
              <a:lnSpc>
                <a:spcPct val="80000"/>
              </a:lnSpc>
              <a:defRPr/>
            </a:pPr>
            <a:r>
              <a:rPr lang="en-GB" sz="3000">
                <a:solidFill>
                  <a:srgbClr val="000000"/>
                </a:solidFill>
                <a:effectLst>
                  <a:outerShdw blurRad="38100" dist="38100" dir="2700000" algn="tl">
                    <a:srgbClr val="FFFFFF"/>
                  </a:outerShdw>
                </a:effectLst>
              </a:rPr>
              <a:t>Can we afford it?</a:t>
            </a:r>
          </a:p>
          <a:p>
            <a:pPr eaLnBrk="1" hangingPunct="1">
              <a:lnSpc>
                <a:spcPct val="80000"/>
              </a:lnSpc>
              <a:defRPr/>
            </a:pPr>
            <a:r>
              <a:rPr lang="en-GB" sz="3000">
                <a:solidFill>
                  <a:srgbClr val="000000"/>
                </a:solidFill>
                <a:effectLst>
                  <a:outerShdw blurRad="38100" dist="38100" dir="2700000" algn="tl">
                    <a:srgbClr val="FFFFFF"/>
                  </a:outerShdw>
                </a:effectLst>
              </a:rPr>
              <a:t>Can we provide enough of it?</a:t>
            </a:r>
          </a:p>
          <a:p>
            <a:pPr eaLnBrk="1" hangingPunct="1">
              <a:lnSpc>
                <a:spcPct val="80000"/>
              </a:lnSpc>
              <a:defRPr/>
            </a:pPr>
            <a:r>
              <a:rPr lang="en-GB" sz="3000">
                <a:solidFill>
                  <a:srgbClr val="000000"/>
                </a:solidFill>
                <a:effectLst>
                  <a:outerShdw blurRad="38100" dist="38100" dir="2700000" algn="tl">
                    <a:srgbClr val="FFFFFF"/>
                  </a:outerShdw>
                </a:effectLst>
              </a:rPr>
              <a:t>How do we gain competitive advantage?</a:t>
            </a:r>
          </a:p>
          <a:p>
            <a:pPr eaLnBrk="1" hangingPunct="1">
              <a:lnSpc>
                <a:spcPct val="80000"/>
              </a:lnSpc>
              <a:defRPr/>
            </a:pPr>
            <a:r>
              <a:rPr lang="en-GB" sz="3000">
                <a:solidFill>
                  <a:srgbClr val="000000"/>
                </a:solidFill>
                <a:effectLst>
                  <a:outerShdw blurRad="38100" dist="38100" dir="2700000" algn="tl">
                    <a:srgbClr val="FFFFFF"/>
                  </a:outerShdw>
                </a:effectLst>
              </a:rPr>
              <a:t>Perspective</a:t>
            </a:r>
          </a:p>
          <a:p>
            <a:pPr lvl="1" eaLnBrk="1" hangingPunct="1">
              <a:lnSpc>
                <a:spcPct val="80000"/>
              </a:lnSpc>
              <a:defRPr/>
            </a:pPr>
            <a:r>
              <a:rPr lang="en-GB" sz="2600">
                <a:solidFill>
                  <a:srgbClr val="000000"/>
                </a:solidFill>
                <a:effectLst>
                  <a:outerShdw blurRad="38100" dist="38100" dir="2700000" algn="tl">
                    <a:srgbClr val="FFFFFF"/>
                  </a:outerShdw>
                </a:effectLst>
              </a:rPr>
              <a:t>Vision, mission and strategic goals</a:t>
            </a:r>
          </a:p>
          <a:p>
            <a:pPr eaLnBrk="1" hangingPunct="1">
              <a:lnSpc>
                <a:spcPct val="80000"/>
              </a:lnSpc>
              <a:defRPr/>
            </a:pPr>
            <a:r>
              <a:rPr lang="en-GB" sz="3000">
                <a:solidFill>
                  <a:srgbClr val="000000"/>
                </a:solidFill>
                <a:effectLst>
                  <a:outerShdw blurRad="38100" dist="38100" dir="2700000" algn="tl">
                    <a:srgbClr val="FFFFFF"/>
                  </a:outerShdw>
                </a:effectLst>
              </a:rPr>
              <a:t>Position</a:t>
            </a:r>
          </a:p>
          <a:p>
            <a:pPr eaLnBrk="1" hangingPunct="1">
              <a:lnSpc>
                <a:spcPct val="80000"/>
              </a:lnSpc>
              <a:defRPr/>
            </a:pPr>
            <a:r>
              <a:rPr lang="en-GB" sz="3000">
                <a:solidFill>
                  <a:srgbClr val="000000"/>
                </a:solidFill>
                <a:effectLst>
                  <a:outerShdw blurRad="38100" dist="38100" dir="2700000" algn="tl">
                    <a:srgbClr val="FFFFFF"/>
                  </a:outerShdw>
                </a:effectLst>
              </a:rPr>
              <a:t>Plan</a:t>
            </a:r>
          </a:p>
          <a:p>
            <a:pPr eaLnBrk="1" hangingPunct="1">
              <a:lnSpc>
                <a:spcPct val="80000"/>
              </a:lnSpc>
              <a:defRPr/>
            </a:pPr>
            <a:r>
              <a:rPr lang="en-GB" sz="3000">
                <a:solidFill>
                  <a:srgbClr val="000000"/>
                </a:solidFill>
                <a:effectLst>
                  <a:outerShdw blurRad="38100" dist="38100" dir="2700000" algn="tl">
                    <a:srgbClr val="FFFFFF"/>
                  </a:outerShdw>
                </a:effectLst>
              </a:rPr>
              <a:t>Pattern</a:t>
            </a:r>
          </a:p>
          <a:p>
            <a:pPr lvl="1" eaLnBrk="1" hangingPunct="1">
              <a:lnSpc>
                <a:spcPct val="80000"/>
              </a:lnSpc>
              <a:defRPr/>
            </a:pPr>
            <a:r>
              <a:rPr lang="en-GB" sz="2600">
                <a:solidFill>
                  <a:srgbClr val="000000"/>
                </a:solidFill>
                <a:effectLst>
                  <a:outerShdw blurRad="38100" dist="38100" dir="2700000" algn="tl">
                    <a:srgbClr val="FFFFFF"/>
                  </a:outerShdw>
                </a:effectLst>
              </a:rPr>
              <a:t>Must fit organisational culture</a:t>
            </a:r>
          </a:p>
        </p:txBody>
      </p:sp>
    </p:spTree>
    <p:extLst>
      <p:ext uri="{BB962C8B-B14F-4D97-AF65-F5344CB8AC3E}">
        <p14:creationId xmlns:p14="http://schemas.microsoft.com/office/powerpoint/2010/main" val="16202177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idx="4294967295"/>
          </p:nvPr>
        </p:nvSpPr>
        <p:spPr/>
        <p:txBody>
          <a:bodyPr/>
          <a:lstStyle/>
          <a:p>
            <a:pPr eaLnBrk="1" hangingPunct="1">
              <a:defRPr/>
            </a:pPr>
            <a:r>
              <a:rPr lang="en-GB" b="1" dirty="0" smtClean="0">
                <a:solidFill>
                  <a:srgbClr val="000000"/>
                </a:solidFill>
                <a:effectLst>
                  <a:outerShdw blurRad="38100" dist="38100" dir="2700000" algn="tl">
                    <a:srgbClr val="FFFFFF"/>
                  </a:outerShdw>
                </a:effectLst>
              </a:rPr>
              <a:t>Service Strategy has four activities</a:t>
            </a:r>
            <a:endParaRPr lang="en-US" b="1" dirty="0" smtClean="0">
              <a:solidFill>
                <a:srgbClr val="000000"/>
              </a:solidFill>
              <a:effectLst>
                <a:outerShdw blurRad="38100" dist="38100" dir="2700000" algn="tl">
                  <a:srgbClr val="FFFFFF"/>
                </a:outerShdw>
              </a:effectLst>
            </a:endParaRPr>
          </a:p>
        </p:txBody>
      </p:sp>
      <p:graphicFrame>
        <p:nvGraphicFramePr>
          <p:cNvPr id="4" name="Content Placeholder 3"/>
          <p:cNvGraphicFramePr>
            <a:graphicFrameLocks noGrp="1"/>
          </p:cNvGraphicFramePr>
          <p:nvPr>
            <p:ph idx="4294967295"/>
          </p:nvPr>
        </p:nvGraphicFramePr>
        <p:xfrm>
          <a:off x="1976438" y="1836738"/>
          <a:ext cx="8229601"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25239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idx="4294967295"/>
          </p:nvPr>
        </p:nvSpPr>
        <p:spPr/>
        <p:txBody>
          <a:bodyPr/>
          <a:lstStyle/>
          <a:p>
            <a:pPr eaLnBrk="1" hangingPunct="1">
              <a:defRPr/>
            </a:pPr>
            <a:r>
              <a:rPr lang="en-GB" b="1" dirty="0" smtClean="0">
                <a:solidFill>
                  <a:srgbClr val="000000"/>
                </a:solidFill>
                <a:effectLst>
                  <a:outerShdw blurRad="38100" dist="38100" dir="2700000" algn="tl">
                    <a:srgbClr val="FFFFFF"/>
                  </a:outerShdw>
                </a:effectLst>
              </a:rPr>
              <a:t>Service Assets</a:t>
            </a:r>
            <a:endParaRPr lang="en-US" b="1" dirty="0" smtClean="0">
              <a:solidFill>
                <a:srgbClr val="000000"/>
              </a:solidFill>
              <a:effectLst>
                <a:outerShdw blurRad="38100" dist="38100" dir="2700000" algn="tl">
                  <a:srgbClr val="FFFFFF"/>
                </a:outerShdw>
              </a:effectLst>
            </a:endParaRPr>
          </a:p>
        </p:txBody>
      </p:sp>
      <p:sp>
        <p:nvSpPr>
          <p:cNvPr id="3" name="Content Placeholder 2"/>
          <p:cNvSpPr>
            <a:spLocks noGrp="1"/>
          </p:cNvSpPr>
          <p:nvPr>
            <p:ph idx="4294967295"/>
          </p:nvPr>
        </p:nvSpPr>
        <p:spPr/>
        <p:txBody>
          <a:bodyPr>
            <a:normAutofit/>
          </a:bodyPr>
          <a:lstStyle/>
          <a:p>
            <a:pPr eaLnBrk="1" hangingPunct="1">
              <a:lnSpc>
                <a:spcPct val="90000"/>
              </a:lnSpc>
              <a:defRPr/>
            </a:pPr>
            <a:r>
              <a:rPr lang="en-GB" smtClean="0">
                <a:solidFill>
                  <a:srgbClr val="FF0000"/>
                </a:solidFill>
              </a:rPr>
              <a:t>Resources</a:t>
            </a:r>
          </a:p>
          <a:p>
            <a:pPr lvl="1" eaLnBrk="1" hangingPunct="1">
              <a:lnSpc>
                <a:spcPct val="90000"/>
              </a:lnSpc>
              <a:defRPr/>
            </a:pPr>
            <a:r>
              <a:rPr lang="en-GB" smtClean="0">
                <a:solidFill>
                  <a:srgbClr val="000000"/>
                </a:solidFill>
                <a:effectLst>
                  <a:outerShdw blurRad="38100" dist="38100" dir="2700000" algn="tl">
                    <a:srgbClr val="FFFFFF"/>
                  </a:outerShdw>
                </a:effectLst>
              </a:rPr>
              <a:t>Things you buy or pay for</a:t>
            </a:r>
          </a:p>
          <a:p>
            <a:pPr lvl="1" eaLnBrk="1" hangingPunct="1">
              <a:lnSpc>
                <a:spcPct val="90000"/>
              </a:lnSpc>
              <a:defRPr/>
            </a:pPr>
            <a:r>
              <a:rPr lang="en-GB" smtClean="0">
                <a:solidFill>
                  <a:srgbClr val="000000"/>
                </a:solidFill>
                <a:effectLst>
                  <a:outerShdw blurRad="38100" dist="38100" dir="2700000" algn="tl">
                    <a:srgbClr val="FFFFFF"/>
                  </a:outerShdw>
                </a:effectLst>
              </a:rPr>
              <a:t>IT Infrastructure, people, money</a:t>
            </a:r>
          </a:p>
          <a:p>
            <a:pPr lvl="1" eaLnBrk="1" hangingPunct="1">
              <a:lnSpc>
                <a:spcPct val="90000"/>
              </a:lnSpc>
              <a:defRPr/>
            </a:pPr>
            <a:r>
              <a:rPr lang="en-GB" smtClean="0">
                <a:solidFill>
                  <a:srgbClr val="000000"/>
                </a:solidFill>
                <a:effectLst>
                  <a:outerShdw blurRad="38100" dist="38100" dir="2700000" algn="tl">
                    <a:srgbClr val="FFFFFF"/>
                  </a:outerShdw>
                </a:effectLst>
              </a:rPr>
              <a:t>Tangible Assets</a:t>
            </a:r>
          </a:p>
          <a:p>
            <a:pPr eaLnBrk="1" hangingPunct="1">
              <a:lnSpc>
                <a:spcPct val="90000"/>
              </a:lnSpc>
              <a:defRPr/>
            </a:pPr>
            <a:r>
              <a:rPr lang="en-GB" smtClean="0">
                <a:solidFill>
                  <a:srgbClr val="FF0000"/>
                </a:solidFill>
              </a:rPr>
              <a:t>Capabilities</a:t>
            </a:r>
          </a:p>
          <a:p>
            <a:pPr lvl="1" eaLnBrk="1" hangingPunct="1">
              <a:lnSpc>
                <a:spcPct val="90000"/>
              </a:lnSpc>
              <a:defRPr/>
            </a:pPr>
            <a:r>
              <a:rPr lang="en-GB" smtClean="0">
                <a:solidFill>
                  <a:srgbClr val="000000"/>
                </a:solidFill>
                <a:effectLst>
                  <a:outerShdw blurRad="38100" dist="38100" dir="2700000" algn="tl">
                    <a:srgbClr val="FFFFFF"/>
                  </a:outerShdw>
                </a:effectLst>
              </a:rPr>
              <a:t>Things you grow</a:t>
            </a:r>
          </a:p>
          <a:p>
            <a:pPr lvl="1" eaLnBrk="1" hangingPunct="1">
              <a:lnSpc>
                <a:spcPct val="90000"/>
              </a:lnSpc>
              <a:defRPr/>
            </a:pPr>
            <a:r>
              <a:rPr lang="en-GB" smtClean="0">
                <a:solidFill>
                  <a:srgbClr val="000000"/>
                </a:solidFill>
                <a:effectLst>
                  <a:outerShdw blurRad="38100" dist="38100" dir="2700000" algn="tl">
                    <a:srgbClr val="FFFFFF"/>
                  </a:outerShdw>
                </a:effectLst>
              </a:rPr>
              <a:t>Ability to carry out an activity</a:t>
            </a:r>
          </a:p>
          <a:p>
            <a:pPr lvl="1" eaLnBrk="1" hangingPunct="1">
              <a:lnSpc>
                <a:spcPct val="90000"/>
              </a:lnSpc>
              <a:defRPr/>
            </a:pPr>
            <a:r>
              <a:rPr lang="en-GB" smtClean="0">
                <a:solidFill>
                  <a:srgbClr val="000000"/>
                </a:solidFill>
                <a:effectLst>
                  <a:outerShdw blurRad="38100" dist="38100" dir="2700000" algn="tl">
                    <a:srgbClr val="FFFFFF"/>
                  </a:outerShdw>
                </a:effectLst>
              </a:rPr>
              <a:t>Intangible assets</a:t>
            </a:r>
          </a:p>
          <a:p>
            <a:pPr lvl="1" eaLnBrk="1" hangingPunct="1">
              <a:lnSpc>
                <a:spcPct val="90000"/>
              </a:lnSpc>
              <a:defRPr/>
            </a:pPr>
            <a:r>
              <a:rPr lang="en-GB" smtClean="0">
                <a:solidFill>
                  <a:srgbClr val="000000"/>
                </a:solidFill>
                <a:effectLst>
                  <a:outerShdw blurRad="38100" dist="38100" dir="2700000" algn="tl">
                    <a:srgbClr val="FFFFFF"/>
                  </a:outerShdw>
                </a:effectLst>
              </a:rPr>
              <a:t>Transform resources into Services</a:t>
            </a:r>
            <a:endParaRPr lang="en-US" smtClean="0">
              <a:solidFill>
                <a:srgbClr val="000000"/>
              </a:solidFill>
              <a:effectLst>
                <a:outerShdw blurRad="38100" dist="38100" dir="2700000" algn="tl">
                  <a:srgbClr val="FFFFFF"/>
                </a:outerShdw>
              </a:effectLst>
            </a:endParaRPr>
          </a:p>
        </p:txBody>
      </p:sp>
    </p:spTree>
    <p:extLst>
      <p:ext uri="{BB962C8B-B14F-4D97-AF65-F5344CB8AC3E}">
        <p14:creationId xmlns:p14="http://schemas.microsoft.com/office/powerpoint/2010/main" val="7913016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idx="4294967295"/>
          </p:nvPr>
        </p:nvSpPr>
        <p:spPr/>
        <p:txBody>
          <a:bodyPr/>
          <a:lstStyle/>
          <a:p>
            <a:pPr eaLnBrk="1" hangingPunct="1">
              <a:defRPr/>
            </a:pPr>
            <a:r>
              <a:rPr lang="en-GB" b="1" dirty="0" smtClean="0">
                <a:solidFill>
                  <a:srgbClr val="000000"/>
                </a:solidFill>
                <a:effectLst>
                  <a:outerShdw blurRad="38100" dist="38100" dir="2700000" algn="tl">
                    <a:srgbClr val="FFFFFF"/>
                  </a:outerShdw>
                </a:effectLst>
              </a:rPr>
              <a:t>Service Portfolio Management</a:t>
            </a:r>
            <a:endParaRPr lang="en-US" b="1" dirty="0" smtClean="0">
              <a:solidFill>
                <a:srgbClr val="000000"/>
              </a:solidFill>
              <a:effectLst>
                <a:outerShdw blurRad="38100" dist="38100" dir="2700000" algn="tl">
                  <a:srgbClr val="FFFFFF"/>
                </a:outerShdw>
              </a:effectLst>
            </a:endParaRPr>
          </a:p>
        </p:txBody>
      </p:sp>
      <p:sp>
        <p:nvSpPr>
          <p:cNvPr id="3" name="Content Placeholder 2"/>
          <p:cNvSpPr>
            <a:spLocks noGrp="1"/>
          </p:cNvSpPr>
          <p:nvPr>
            <p:ph idx="4294967295"/>
          </p:nvPr>
        </p:nvSpPr>
        <p:spPr/>
        <p:txBody>
          <a:bodyPr>
            <a:normAutofit/>
          </a:bodyPr>
          <a:lstStyle/>
          <a:p>
            <a:pPr eaLnBrk="1" hangingPunct="1">
              <a:lnSpc>
                <a:spcPct val="90000"/>
              </a:lnSpc>
              <a:defRPr/>
            </a:pPr>
            <a:r>
              <a:rPr lang="en-GB" smtClean="0">
                <a:solidFill>
                  <a:srgbClr val="000000"/>
                </a:solidFill>
                <a:effectLst>
                  <a:outerShdw blurRad="38100" dist="38100" dir="2700000" algn="tl">
                    <a:srgbClr val="FFFFFF"/>
                  </a:outerShdw>
                </a:effectLst>
              </a:rPr>
              <a:t>Prioritises and manages investments and resource allocation</a:t>
            </a:r>
          </a:p>
          <a:p>
            <a:pPr eaLnBrk="1" hangingPunct="1">
              <a:lnSpc>
                <a:spcPct val="90000"/>
              </a:lnSpc>
              <a:defRPr/>
            </a:pPr>
            <a:r>
              <a:rPr lang="en-GB" smtClean="0">
                <a:solidFill>
                  <a:srgbClr val="000000"/>
                </a:solidFill>
                <a:effectLst>
                  <a:outerShdw blurRad="38100" dist="38100" dir="2700000" algn="tl">
                    <a:srgbClr val="FFFFFF"/>
                  </a:outerShdw>
                </a:effectLst>
              </a:rPr>
              <a:t>Proposed services are properly assessed</a:t>
            </a:r>
          </a:p>
          <a:p>
            <a:pPr lvl="1" eaLnBrk="1" hangingPunct="1">
              <a:lnSpc>
                <a:spcPct val="90000"/>
              </a:lnSpc>
              <a:defRPr/>
            </a:pPr>
            <a:r>
              <a:rPr lang="en-GB" smtClean="0">
                <a:solidFill>
                  <a:srgbClr val="000000"/>
                </a:solidFill>
                <a:effectLst>
                  <a:outerShdw blurRad="38100" dist="38100" dir="2700000" algn="tl">
                    <a:srgbClr val="FFFFFF"/>
                  </a:outerShdw>
                </a:effectLst>
              </a:rPr>
              <a:t>Business Case</a:t>
            </a:r>
          </a:p>
          <a:p>
            <a:pPr eaLnBrk="1" hangingPunct="1">
              <a:lnSpc>
                <a:spcPct val="90000"/>
              </a:lnSpc>
              <a:defRPr/>
            </a:pPr>
            <a:r>
              <a:rPr lang="en-GB" smtClean="0">
                <a:solidFill>
                  <a:srgbClr val="000000"/>
                </a:solidFill>
                <a:effectLst>
                  <a:outerShdw blurRad="38100" dist="38100" dir="2700000" algn="tl">
                    <a:srgbClr val="FFFFFF"/>
                  </a:outerShdw>
                </a:effectLst>
              </a:rPr>
              <a:t>Existing Services Assessed</a:t>
            </a:r>
            <a:r>
              <a:rPr lang="en-US" smtClean="0">
                <a:solidFill>
                  <a:srgbClr val="000000"/>
                </a:solidFill>
                <a:effectLst>
                  <a:outerShdw blurRad="38100" dist="38100" dir="2700000" algn="tl">
                    <a:srgbClr val="FFFFFF"/>
                  </a:outerShdw>
                </a:effectLst>
              </a:rPr>
              <a:t>.  Outcomes:</a:t>
            </a:r>
          </a:p>
          <a:p>
            <a:pPr lvl="1" eaLnBrk="1" hangingPunct="1">
              <a:lnSpc>
                <a:spcPct val="90000"/>
              </a:lnSpc>
              <a:defRPr/>
            </a:pPr>
            <a:r>
              <a:rPr lang="en-GB" smtClean="0">
                <a:solidFill>
                  <a:srgbClr val="000000"/>
                </a:solidFill>
                <a:effectLst>
                  <a:outerShdw blurRad="38100" dist="38100" dir="2700000" algn="tl">
                    <a:srgbClr val="FFFFFF"/>
                  </a:outerShdw>
                </a:effectLst>
              </a:rPr>
              <a:t>Replace</a:t>
            </a:r>
          </a:p>
          <a:p>
            <a:pPr lvl="1" eaLnBrk="1" hangingPunct="1">
              <a:lnSpc>
                <a:spcPct val="90000"/>
              </a:lnSpc>
              <a:defRPr/>
            </a:pPr>
            <a:r>
              <a:rPr lang="en-GB" smtClean="0">
                <a:solidFill>
                  <a:srgbClr val="000000"/>
                </a:solidFill>
                <a:effectLst>
                  <a:outerShdw blurRad="38100" dist="38100" dir="2700000" algn="tl">
                    <a:srgbClr val="FFFFFF"/>
                  </a:outerShdw>
                </a:effectLst>
              </a:rPr>
              <a:t>Rationalise</a:t>
            </a:r>
          </a:p>
          <a:p>
            <a:pPr lvl="1" eaLnBrk="1" hangingPunct="1">
              <a:lnSpc>
                <a:spcPct val="90000"/>
              </a:lnSpc>
              <a:defRPr/>
            </a:pPr>
            <a:r>
              <a:rPr lang="en-GB" smtClean="0">
                <a:solidFill>
                  <a:srgbClr val="000000"/>
                </a:solidFill>
                <a:effectLst>
                  <a:outerShdw blurRad="38100" dist="38100" dir="2700000" algn="tl">
                    <a:srgbClr val="FFFFFF"/>
                  </a:outerShdw>
                </a:effectLst>
              </a:rPr>
              <a:t>Renew</a:t>
            </a:r>
          </a:p>
          <a:p>
            <a:pPr lvl="1" eaLnBrk="1" hangingPunct="1">
              <a:lnSpc>
                <a:spcPct val="90000"/>
              </a:lnSpc>
              <a:defRPr/>
            </a:pPr>
            <a:r>
              <a:rPr lang="en-GB" smtClean="0">
                <a:solidFill>
                  <a:srgbClr val="000000"/>
                </a:solidFill>
                <a:effectLst>
                  <a:outerShdw blurRad="38100" dist="38100" dir="2700000" algn="tl">
                    <a:srgbClr val="FFFFFF"/>
                  </a:outerShdw>
                </a:effectLst>
              </a:rPr>
              <a:t>Retire</a:t>
            </a:r>
          </a:p>
        </p:txBody>
      </p:sp>
    </p:spTree>
    <p:extLst>
      <p:ext uri="{BB962C8B-B14F-4D97-AF65-F5344CB8AC3E}">
        <p14:creationId xmlns:p14="http://schemas.microsoft.com/office/powerpoint/2010/main" val="36626796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p:txBody>
          <a:bodyPr/>
          <a:lstStyle/>
          <a:p>
            <a:pPr eaLnBrk="1" hangingPunct="1">
              <a:defRPr/>
            </a:pPr>
            <a:r>
              <a:rPr lang="en-GB" b="1" dirty="0" smtClean="0">
                <a:solidFill>
                  <a:srgbClr val="000000"/>
                </a:solidFill>
                <a:effectLst>
                  <a:outerShdw blurRad="38100" dist="38100" dir="2700000" algn="tl">
                    <a:srgbClr val="FFFFFF"/>
                  </a:outerShdw>
                </a:effectLst>
              </a:rPr>
              <a:t>Demand Management</a:t>
            </a:r>
            <a:endParaRPr lang="en-US" b="1" dirty="0" smtClean="0">
              <a:solidFill>
                <a:srgbClr val="000000"/>
              </a:solidFill>
              <a:effectLst>
                <a:outerShdw blurRad="38100" dist="38100" dir="2700000" algn="tl">
                  <a:srgbClr val="FFFFFF"/>
                </a:outerShdw>
              </a:effectLst>
            </a:endParaRPr>
          </a:p>
        </p:txBody>
      </p:sp>
      <p:sp>
        <p:nvSpPr>
          <p:cNvPr id="18435" name="Content Placeholder 2"/>
          <p:cNvSpPr>
            <a:spLocks noGrp="1"/>
          </p:cNvSpPr>
          <p:nvPr>
            <p:ph idx="4294967295"/>
          </p:nvPr>
        </p:nvSpPr>
        <p:spPr/>
        <p:txBody>
          <a:bodyPr/>
          <a:lstStyle/>
          <a:p>
            <a:pPr eaLnBrk="1" hangingPunct="1"/>
            <a:r>
              <a:rPr lang="en-GB" altLang="en-US" smtClean="0">
                <a:solidFill>
                  <a:srgbClr val="000000"/>
                </a:solidFill>
                <a:effectLst>
                  <a:outerShdw blurRad="38100" dist="38100" dir="2700000" algn="tl">
                    <a:srgbClr val="FFFFFF"/>
                  </a:outerShdw>
                </a:effectLst>
              </a:rPr>
              <a:t>Ensures we don’t waste money with excess capacity</a:t>
            </a:r>
          </a:p>
          <a:p>
            <a:pPr eaLnBrk="1" hangingPunct="1"/>
            <a:r>
              <a:rPr lang="en-GB" altLang="en-US" smtClean="0">
                <a:solidFill>
                  <a:srgbClr val="000000"/>
                </a:solidFill>
                <a:effectLst>
                  <a:outerShdw blurRad="38100" dist="38100" dir="2700000" algn="tl">
                    <a:srgbClr val="FFFFFF"/>
                  </a:outerShdw>
                </a:effectLst>
              </a:rPr>
              <a:t>Ensures we have enough capacity to meet demand at agreed quality</a:t>
            </a:r>
          </a:p>
          <a:p>
            <a:pPr eaLnBrk="1" hangingPunct="1"/>
            <a:r>
              <a:rPr lang="en-GB" altLang="en-US" smtClean="0">
                <a:solidFill>
                  <a:srgbClr val="000000"/>
                </a:solidFill>
                <a:effectLst>
                  <a:outerShdw blurRad="38100" dist="38100" dir="2700000" algn="tl">
                    <a:srgbClr val="FFFFFF"/>
                  </a:outerShdw>
                </a:effectLst>
              </a:rPr>
              <a:t>Patterns of Business Activity to be considered</a:t>
            </a:r>
          </a:p>
          <a:p>
            <a:pPr lvl="1" eaLnBrk="1" hangingPunct="1"/>
            <a:r>
              <a:rPr lang="en-GB" altLang="en-US" smtClean="0">
                <a:solidFill>
                  <a:srgbClr val="000000"/>
                </a:solidFill>
                <a:effectLst>
                  <a:outerShdw blurRad="38100" dist="38100" dir="2700000" algn="tl">
                    <a:srgbClr val="FFFFFF"/>
                  </a:outerShdw>
                </a:effectLst>
              </a:rPr>
              <a:t>E.g. Economy 7 electricity, Congestion Charging, …</a:t>
            </a:r>
            <a:endParaRPr lang="en-US" altLang="en-US" smtClean="0">
              <a:solidFill>
                <a:srgbClr val="000000"/>
              </a:solidFill>
              <a:effectLst>
                <a:outerShdw blurRad="38100" dist="38100" dir="2700000" algn="tl">
                  <a:srgbClr val="FFFFFF"/>
                </a:outerShdw>
              </a:effectLst>
            </a:endParaRPr>
          </a:p>
        </p:txBody>
      </p:sp>
    </p:spTree>
    <p:extLst>
      <p:ext uri="{BB962C8B-B14F-4D97-AF65-F5344CB8AC3E}">
        <p14:creationId xmlns:p14="http://schemas.microsoft.com/office/powerpoint/2010/main" val="22504548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idx="4294967295"/>
          </p:nvPr>
        </p:nvSpPr>
        <p:spPr/>
        <p:txBody>
          <a:bodyPr/>
          <a:lstStyle/>
          <a:p>
            <a:pPr eaLnBrk="1" hangingPunct="1">
              <a:defRPr/>
            </a:pPr>
            <a:r>
              <a:rPr lang="en-GB" b="1" dirty="0" smtClean="0">
                <a:solidFill>
                  <a:srgbClr val="000000"/>
                </a:solidFill>
                <a:effectLst>
                  <a:outerShdw blurRad="38100" dist="38100" dir="2700000" algn="tl">
                    <a:srgbClr val="FFFFFF"/>
                  </a:outerShdw>
                </a:effectLst>
              </a:rPr>
              <a:t>Stage 2 – </a:t>
            </a:r>
            <a:r>
              <a:rPr lang="en-GB" b="1" dirty="0" smtClean="0">
                <a:solidFill>
                  <a:srgbClr val="FF0000"/>
                </a:solidFill>
              </a:rPr>
              <a:t>Service Design</a:t>
            </a:r>
            <a:endParaRPr lang="en-US" b="1" dirty="0" smtClean="0">
              <a:solidFill>
                <a:srgbClr val="FF0000"/>
              </a:solidFill>
            </a:endParaRPr>
          </a:p>
        </p:txBody>
      </p:sp>
      <p:sp>
        <p:nvSpPr>
          <p:cNvPr id="3" name="Content Placeholder 2"/>
          <p:cNvSpPr>
            <a:spLocks noGrp="1"/>
          </p:cNvSpPr>
          <p:nvPr>
            <p:ph idx="4294967295"/>
          </p:nvPr>
        </p:nvSpPr>
        <p:spPr>
          <a:xfrm>
            <a:off x="2362200" y="1905001"/>
            <a:ext cx="8007350" cy="2155825"/>
          </a:xfrm>
        </p:spPr>
        <p:txBody>
          <a:bodyPr>
            <a:normAutofit/>
          </a:bodyPr>
          <a:lstStyle/>
          <a:p>
            <a:pPr eaLnBrk="1" hangingPunct="1">
              <a:lnSpc>
                <a:spcPct val="90000"/>
              </a:lnSpc>
              <a:defRPr/>
            </a:pPr>
            <a:r>
              <a:rPr lang="en-GB" smtClean="0">
                <a:solidFill>
                  <a:srgbClr val="000000"/>
                </a:solidFill>
                <a:effectLst>
                  <a:outerShdw blurRad="38100" dist="38100" dir="2700000" algn="tl">
                    <a:srgbClr val="FFFFFF"/>
                  </a:outerShdw>
                </a:effectLst>
              </a:rPr>
              <a:t>How are we going to provide it?</a:t>
            </a:r>
          </a:p>
          <a:p>
            <a:pPr eaLnBrk="1" hangingPunct="1">
              <a:lnSpc>
                <a:spcPct val="90000"/>
              </a:lnSpc>
              <a:defRPr/>
            </a:pPr>
            <a:r>
              <a:rPr lang="en-GB" smtClean="0">
                <a:solidFill>
                  <a:srgbClr val="000000"/>
                </a:solidFill>
                <a:effectLst>
                  <a:outerShdw blurRad="38100" dist="38100" dir="2700000" algn="tl">
                    <a:srgbClr val="FFFFFF"/>
                  </a:outerShdw>
                </a:effectLst>
              </a:rPr>
              <a:t>How are we going to build it?</a:t>
            </a:r>
          </a:p>
          <a:p>
            <a:pPr eaLnBrk="1" hangingPunct="1">
              <a:lnSpc>
                <a:spcPct val="90000"/>
              </a:lnSpc>
              <a:defRPr/>
            </a:pPr>
            <a:r>
              <a:rPr lang="en-GB" smtClean="0">
                <a:solidFill>
                  <a:srgbClr val="000000"/>
                </a:solidFill>
                <a:effectLst>
                  <a:outerShdw blurRad="38100" dist="38100" dir="2700000" algn="tl">
                    <a:srgbClr val="FFFFFF"/>
                  </a:outerShdw>
                </a:effectLst>
              </a:rPr>
              <a:t>How are we going to test it?</a:t>
            </a:r>
            <a:endParaRPr lang="en-US" smtClean="0">
              <a:solidFill>
                <a:srgbClr val="000000"/>
              </a:solidFill>
              <a:effectLst>
                <a:outerShdw blurRad="38100" dist="38100" dir="2700000" algn="tl">
                  <a:srgbClr val="FFFFFF"/>
                </a:outerShdw>
              </a:effectLst>
            </a:endParaRPr>
          </a:p>
          <a:p>
            <a:pPr eaLnBrk="1" hangingPunct="1">
              <a:lnSpc>
                <a:spcPct val="90000"/>
              </a:lnSpc>
              <a:defRPr/>
            </a:pPr>
            <a:r>
              <a:rPr lang="en-GB" smtClean="0">
                <a:solidFill>
                  <a:srgbClr val="000000"/>
                </a:solidFill>
                <a:effectLst>
                  <a:outerShdw blurRad="38100" dist="38100" dir="2700000" algn="tl">
                    <a:srgbClr val="FFFFFF"/>
                  </a:outerShdw>
                </a:effectLst>
              </a:rPr>
              <a:t>How are we going to deploy it?</a:t>
            </a:r>
          </a:p>
        </p:txBody>
      </p:sp>
      <p:graphicFrame>
        <p:nvGraphicFramePr>
          <p:cNvPr id="5" name="Diagram 4"/>
          <p:cNvGraphicFramePr/>
          <p:nvPr/>
        </p:nvGraphicFramePr>
        <p:xfrm>
          <a:off x="3024166" y="4286256"/>
          <a:ext cx="6429420" cy="1780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749938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idx="4294967295"/>
          </p:nvPr>
        </p:nvSpPr>
        <p:spPr/>
        <p:txBody>
          <a:bodyPr/>
          <a:lstStyle/>
          <a:p>
            <a:pPr eaLnBrk="1" hangingPunct="1">
              <a:defRPr/>
            </a:pPr>
            <a:r>
              <a:rPr lang="en-GB" b="1" dirty="0" smtClean="0">
                <a:solidFill>
                  <a:srgbClr val="000000"/>
                </a:solidFill>
                <a:effectLst>
                  <a:outerShdw blurRad="38100" dist="38100" dir="2700000" algn="tl">
                    <a:srgbClr val="FFFFFF"/>
                  </a:outerShdw>
                </a:effectLst>
              </a:rPr>
              <a:t>Processes in Service Design</a:t>
            </a:r>
            <a:endParaRPr lang="en-US" b="1" dirty="0" smtClean="0">
              <a:solidFill>
                <a:srgbClr val="000000"/>
              </a:solidFill>
              <a:effectLst>
                <a:outerShdw blurRad="38100" dist="38100" dir="2700000" algn="tl">
                  <a:srgbClr val="FFFFFF"/>
                </a:outerShdw>
              </a:effectLst>
            </a:endParaRPr>
          </a:p>
        </p:txBody>
      </p:sp>
      <p:sp>
        <p:nvSpPr>
          <p:cNvPr id="20483" name="Content Placeholder 2"/>
          <p:cNvSpPr>
            <a:spLocks noGrp="1"/>
          </p:cNvSpPr>
          <p:nvPr>
            <p:ph idx="4294967295"/>
          </p:nvPr>
        </p:nvSpPr>
        <p:spPr/>
        <p:txBody>
          <a:bodyPr/>
          <a:lstStyle/>
          <a:p>
            <a:pPr marL="609600" indent="-609600">
              <a:buFont typeface="Wingdings" panose="05000000000000000000" pitchFamily="2" charset="2"/>
              <a:buAutoNum type="arabicPeriod"/>
              <a:defRPr/>
            </a:pPr>
            <a:r>
              <a:rPr lang="en-GB" dirty="0" smtClean="0">
                <a:solidFill>
                  <a:srgbClr val="000000"/>
                </a:solidFill>
                <a:effectLst>
                  <a:outerShdw blurRad="38100" dist="38100" dir="2700000" algn="tl">
                    <a:srgbClr val="FFFFFF"/>
                  </a:outerShdw>
                </a:effectLst>
              </a:rPr>
              <a:t>Service Catalogue Management</a:t>
            </a:r>
            <a:endParaRPr lang="en-US" dirty="0" smtClean="0">
              <a:solidFill>
                <a:srgbClr val="000000"/>
              </a:solidFill>
              <a:effectLst>
                <a:outerShdw blurRad="38100" dist="38100" dir="2700000" algn="tl">
                  <a:srgbClr val="FFFFFF"/>
                </a:outerShdw>
              </a:effectLst>
            </a:endParaRPr>
          </a:p>
          <a:p>
            <a:pPr marL="609600" indent="-609600">
              <a:buFont typeface="Wingdings" panose="05000000000000000000" pitchFamily="2" charset="2"/>
              <a:buAutoNum type="arabicPeriod"/>
              <a:defRPr/>
            </a:pPr>
            <a:r>
              <a:rPr lang="en-GB" dirty="0" smtClean="0">
                <a:solidFill>
                  <a:srgbClr val="000000"/>
                </a:solidFill>
                <a:effectLst>
                  <a:outerShdw blurRad="38100" dist="38100" dir="2700000" algn="tl">
                    <a:srgbClr val="FFFFFF"/>
                  </a:outerShdw>
                </a:effectLst>
              </a:rPr>
              <a:t>Service Level Management</a:t>
            </a:r>
          </a:p>
          <a:p>
            <a:pPr marL="609600" indent="-609600">
              <a:buFont typeface="Wingdings" panose="05000000000000000000" pitchFamily="2" charset="2"/>
              <a:buAutoNum type="arabicPeriod"/>
              <a:defRPr/>
            </a:pPr>
            <a:r>
              <a:rPr lang="en-GB" dirty="0" smtClean="0">
                <a:solidFill>
                  <a:srgbClr val="000000"/>
                </a:solidFill>
                <a:effectLst>
                  <a:outerShdw blurRad="38100" dist="38100" dir="2700000" algn="tl">
                    <a:srgbClr val="FFFFFF"/>
                  </a:outerShdw>
                </a:effectLst>
              </a:rPr>
              <a:t>Capacity Management</a:t>
            </a:r>
          </a:p>
          <a:p>
            <a:pPr marL="609600" indent="-609600">
              <a:buFont typeface="Wingdings" panose="05000000000000000000" pitchFamily="2" charset="2"/>
              <a:buAutoNum type="arabicPeriod"/>
              <a:defRPr/>
            </a:pPr>
            <a:r>
              <a:rPr lang="en-GB" dirty="0" smtClean="0">
                <a:solidFill>
                  <a:srgbClr val="000000"/>
                </a:solidFill>
                <a:effectLst>
                  <a:outerShdw blurRad="38100" dist="38100" dir="2700000" algn="tl">
                    <a:srgbClr val="FFFFFF"/>
                  </a:outerShdw>
                </a:effectLst>
              </a:rPr>
              <a:t>Information Security Management</a:t>
            </a:r>
          </a:p>
          <a:p>
            <a:pPr marL="609600" indent="-609600">
              <a:buFont typeface="Wingdings" panose="05000000000000000000" pitchFamily="2" charset="2"/>
              <a:buAutoNum type="arabicPeriod"/>
              <a:defRPr/>
            </a:pPr>
            <a:r>
              <a:rPr lang="en-GB" dirty="0" smtClean="0">
                <a:solidFill>
                  <a:srgbClr val="000000"/>
                </a:solidFill>
                <a:effectLst>
                  <a:outerShdw blurRad="38100" dist="38100" dir="2700000" algn="tl">
                    <a:srgbClr val="FFFFFF"/>
                  </a:outerShdw>
                </a:effectLst>
              </a:rPr>
              <a:t>Availability Management</a:t>
            </a:r>
          </a:p>
          <a:p>
            <a:pPr marL="609600" indent="-609600">
              <a:buFont typeface="Wingdings" panose="05000000000000000000" pitchFamily="2" charset="2"/>
              <a:buAutoNum type="arabicPeriod"/>
              <a:defRPr/>
            </a:pPr>
            <a:r>
              <a:rPr lang="en-GB" dirty="0" smtClean="0">
                <a:solidFill>
                  <a:srgbClr val="000000"/>
                </a:solidFill>
                <a:effectLst>
                  <a:outerShdw blurRad="38100" dist="38100" dir="2700000" algn="tl">
                    <a:srgbClr val="FFFFFF"/>
                  </a:outerShdw>
                </a:effectLst>
              </a:rPr>
              <a:t>ITSCM (disaster recovery)</a:t>
            </a:r>
          </a:p>
          <a:p>
            <a:pPr marL="609600" indent="-609600">
              <a:buFont typeface="Wingdings" panose="05000000000000000000" pitchFamily="2" charset="2"/>
              <a:buAutoNum type="arabicPeriod"/>
              <a:defRPr/>
            </a:pPr>
            <a:r>
              <a:rPr lang="en-GB" dirty="0" smtClean="0">
                <a:solidFill>
                  <a:srgbClr val="000000"/>
                </a:solidFill>
                <a:effectLst>
                  <a:outerShdw blurRad="38100" dist="38100" dir="2700000" algn="tl">
                    <a:srgbClr val="FFFFFF"/>
                  </a:outerShdw>
                </a:effectLst>
              </a:rPr>
              <a:t>Supplier Management</a:t>
            </a:r>
          </a:p>
        </p:txBody>
      </p:sp>
    </p:spTree>
    <p:extLst>
      <p:ext uri="{BB962C8B-B14F-4D97-AF65-F5344CB8AC3E}">
        <p14:creationId xmlns:p14="http://schemas.microsoft.com/office/powerpoint/2010/main" val="16000735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idx="4294967295"/>
          </p:nvPr>
        </p:nvSpPr>
        <p:spPr>
          <a:xfrm>
            <a:off x="1992314" y="260351"/>
            <a:ext cx="8385175" cy="1223963"/>
          </a:xfrm>
        </p:spPr>
        <p:txBody>
          <a:bodyPr/>
          <a:lstStyle/>
          <a:p>
            <a:pPr eaLnBrk="1" hangingPunct="1">
              <a:defRPr/>
            </a:pPr>
            <a:r>
              <a:rPr lang="en-GB" b="1" dirty="0" smtClean="0">
                <a:solidFill>
                  <a:srgbClr val="000000"/>
                </a:solidFill>
                <a:effectLst>
                  <a:outerShdw blurRad="38100" dist="38100" dir="2700000" algn="tl">
                    <a:srgbClr val="FFFFFF"/>
                  </a:outerShdw>
                </a:effectLst>
              </a:rPr>
              <a:t>P#1 – Service Catalogue</a:t>
            </a:r>
            <a:endParaRPr lang="en-US" b="1" dirty="0" smtClean="0">
              <a:solidFill>
                <a:srgbClr val="000000"/>
              </a:solidFill>
              <a:effectLst>
                <a:outerShdw blurRad="38100" dist="38100" dir="2700000" algn="tl">
                  <a:srgbClr val="FFFFFF"/>
                </a:outerShdw>
              </a:effectLst>
            </a:endParaRPr>
          </a:p>
        </p:txBody>
      </p:sp>
      <p:graphicFrame>
        <p:nvGraphicFramePr>
          <p:cNvPr id="8" name="Diagram 7"/>
          <p:cNvGraphicFramePr/>
          <p:nvPr/>
        </p:nvGraphicFramePr>
        <p:xfrm>
          <a:off x="2238349" y="1928802"/>
          <a:ext cx="1753493" cy="3693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p:cNvGraphicFramePr/>
          <p:nvPr/>
        </p:nvGraphicFramePr>
        <p:xfrm>
          <a:off x="5595935" y="1000108"/>
          <a:ext cx="1753493" cy="36933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3" name="Diagram 12"/>
          <p:cNvGraphicFramePr/>
          <p:nvPr/>
        </p:nvGraphicFramePr>
        <p:xfrm>
          <a:off x="4810117" y="1928802"/>
          <a:ext cx="1753493" cy="36933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4" name="Diagram 13"/>
          <p:cNvGraphicFramePr/>
          <p:nvPr/>
        </p:nvGraphicFramePr>
        <p:xfrm>
          <a:off x="7367598" y="1930391"/>
          <a:ext cx="1753493" cy="36933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16" name="Diagram 15"/>
          <p:cNvGraphicFramePr/>
          <p:nvPr/>
        </p:nvGraphicFramePr>
        <p:xfrm>
          <a:off x="3159104" y="2511419"/>
          <a:ext cx="5143536" cy="369333"/>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17" name="Diagram 16"/>
          <p:cNvGraphicFramePr/>
          <p:nvPr/>
        </p:nvGraphicFramePr>
        <p:xfrm>
          <a:off x="1809720" y="3071810"/>
          <a:ext cx="857256" cy="369332"/>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aphicFrame>
        <p:nvGraphicFramePr>
          <p:cNvPr id="18" name="Diagram 17"/>
          <p:cNvGraphicFramePr/>
          <p:nvPr/>
        </p:nvGraphicFramePr>
        <p:xfrm>
          <a:off x="3238480" y="3071810"/>
          <a:ext cx="857256" cy="369332"/>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graphicFrame>
        <p:nvGraphicFramePr>
          <p:cNvPr id="19" name="Diagram 18"/>
          <p:cNvGraphicFramePr/>
          <p:nvPr/>
        </p:nvGraphicFramePr>
        <p:xfrm>
          <a:off x="4667240" y="3071810"/>
          <a:ext cx="857256" cy="369332"/>
        </p:xfrm>
        <a:graphic>
          <a:graphicData uri="http://schemas.openxmlformats.org/drawingml/2006/diagram">
            <dgm:relIds xmlns:dgm="http://schemas.openxmlformats.org/drawingml/2006/diagram" xmlns:r="http://schemas.openxmlformats.org/officeDocument/2006/relationships" r:dm="rId37" r:lo="rId38" r:qs="rId39" r:cs="rId40"/>
          </a:graphicData>
        </a:graphic>
      </p:graphicFrame>
      <p:graphicFrame>
        <p:nvGraphicFramePr>
          <p:cNvPr id="20" name="Diagram 19"/>
          <p:cNvGraphicFramePr/>
          <p:nvPr/>
        </p:nvGraphicFramePr>
        <p:xfrm>
          <a:off x="6096000" y="3071810"/>
          <a:ext cx="857256" cy="369332"/>
        </p:xfrm>
        <a:graphic>
          <a:graphicData uri="http://schemas.openxmlformats.org/drawingml/2006/diagram">
            <dgm:relIds xmlns:dgm="http://schemas.openxmlformats.org/drawingml/2006/diagram" xmlns:r="http://schemas.openxmlformats.org/officeDocument/2006/relationships" r:dm="rId42" r:lo="rId43" r:qs="rId44" r:cs="rId45"/>
          </a:graphicData>
        </a:graphic>
      </p:graphicFrame>
      <p:graphicFrame>
        <p:nvGraphicFramePr>
          <p:cNvPr id="21" name="Diagram 20"/>
          <p:cNvGraphicFramePr/>
          <p:nvPr/>
        </p:nvGraphicFramePr>
        <p:xfrm>
          <a:off x="7524760" y="3071810"/>
          <a:ext cx="857256" cy="369332"/>
        </p:xfrm>
        <a:graphic>
          <a:graphicData uri="http://schemas.openxmlformats.org/drawingml/2006/diagram">
            <dgm:relIds xmlns:dgm="http://schemas.openxmlformats.org/drawingml/2006/diagram" xmlns:r="http://schemas.openxmlformats.org/officeDocument/2006/relationships" r:dm="rId47" r:lo="rId48" r:qs="rId49" r:cs="rId50"/>
          </a:graphicData>
        </a:graphic>
      </p:graphicFrame>
      <p:graphicFrame>
        <p:nvGraphicFramePr>
          <p:cNvPr id="22" name="Diagram 21"/>
          <p:cNvGraphicFramePr/>
          <p:nvPr/>
        </p:nvGraphicFramePr>
        <p:xfrm>
          <a:off x="8953520" y="3071810"/>
          <a:ext cx="857256" cy="369332"/>
        </p:xfrm>
        <a:graphic>
          <a:graphicData uri="http://schemas.openxmlformats.org/drawingml/2006/diagram">
            <dgm:relIds xmlns:dgm="http://schemas.openxmlformats.org/drawingml/2006/diagram" xmlns:r="http://schemas.openxmlformats.org/officeDocument/2006/relationships" r:dm="rId52" r:lo="rId53" r:qs="rId54" r:cs="rId55"/>
          </a:graphicData>
        </a:graphic>
      </p:graphicFrame>
      <p:graphicFrame>
        <p:nvGraphicFramePr>
          <p:cNvPr id="23" name="Diagram 22"/>
          <p:cNvGraphicFramePr/>
          <p:nvPr/>
        </p:nvGraphicFramePr>
        <p:xfrm>
          <a:off x="3238480" y="3571876"/>
          <a:ext cx="5143536" cy="369332"/>
        </p:xfrm>
        <a:graphic>
          <a:graphicData uri="http://schemas.openxmlformats.org/drawingml/2006/diagram">
            <dgm:relIds xmlns:dgm="http://schemas.openxmlformats.org/drawingml/2006/diagram" xmlns:r="http://schemas.openxmlformats.org/officeDocument/2006/relationships" r:dm="rId57" r:lo="rId58" r:qs="rId59" r:cs="rId60"/>
          </a:graphicData>
        </a:graphic>
      </p:graphicFrame>
      <p:graphicFrame>
        <p:nvGraphicFramePr>
          <p:cNvPr id="25" name="Diagram 24"/>
          <p:cNvGraphicFramePr/>
          <p:nvPr/>
        </p:nvGraphicFramePr>
        <p:xfrm>
          <a:off x="3309918" y="4143380"/>
          <a:ext cx="1357322" cy="655084"/>
        </p:xfrm>
        <a:graphic>
          <a:graphicData uri="http://schemas.openxmlformats.org/drawingml/2006/diagram">
            <dgm:relIds xmlns:dgm="http://schemas.openxmlformats.org/drawingml/2006/diagram" xmlns:r="http://schemas.openxmlformats.org/officeDocument/2006/relationships" r:dm="rId62" r:lo="rId63" r:qs="rId64" r:cs="rId65"/>
          </a:graphicData>
        </a:graphic>
      </p:graphicFrame>
      <p:graphicFrame>
        <p:nvGraphicFramePr>
          <p:cNvPr id="26" name="Diagram 25"/>
          <p:cNvGraphicFramePr/>
          <p:nvPr/>
        </p:nvGraphicFramePr>
        <p:xfrm>
          <a:off x="4738678" y="4143380"/>
          <a:ext cx="1357322" cy="655084"/>
        </p:xfrm>
        <a:graphic>
          <a:graphicData uri="http://schemas.openxmlformats.org/drawingml/2006/diagram">
            <dgm:relIds xmlns:dgm="http://schemas.openxmlformats.org/drawingml/2006/diagram" xmlns:r="http://schemas.openxmlformats.org/officeDocument/2006/relationships" r:dm="rId67" r:lo="rId68" r:qs="rId69" r:cs="rId70"/>
          </a:graphicData>
        </a:graphic>
      </p:graphicFrame>
      <p:graphicFrame>
        <p:nvGraphicFramePr>
          <p:cNvPr id="27" name="Diagram 26"/>
          <p:cNvGraphicFramePr/>
          <p:nvPr/>
        </p:nvGraphicFramePr>
        <p:xfrm>
          <a:off x="6096000" y="4143380"/>
          <a:ext cx="1428760" cy="655084"/>
        </p:xfrm>
        <a:graphic>
          <a:graphicData uri="http://schemas.openxmlformats.org/drawingml/2006/diagram">
            <dgm:relIds xmlns:dgm="http://schemas.openxmlformats.org/drawingml/2006/diagram" xmlns:r="http://schemas.openxmlformats.org/officeDocument/2006/relationships" r:dm="rId72" r:lo="rId73" r:qs="rId74" r:cs="rId75"/>
          </a:graphicData>
        </a:graphic>
      </p:graphicFrame>
      <p:graphicFrame>
        <p:nvGraphicFramePr>
          <p:cNvPr id="28" name="Diagram 27"/>
          <p:cNvGraphicFramePr/>
          <p:nvPr/>
        </p:nvGraphicFramePr>
        <p:xfrm>
          <a:off x="7596198" y="4214818"/>
          <a:ext cx="1357322" cy="655084"/>
        </p:xfrm>
        <a:graphic>
          <a:graphicData uri="http://schemas.openxmlformats.org/drawingml/2006/diagram">
            <dgm:relIds xmlns:dgm="http://schemas.openxmlformats.org/drawingml/2006/diagram" xmlns:r="http://schemas.openxmlformats.org/officeDocument/2006/relationships" r:dm="rId77" r:lo="rId78" r:qs="rId79" r:cs="rId80"/>
          </a:graphicData>
        </a:graphic>
      </p:graphicFrame>
      <p:graphicFrame>
        <p:nvGraphicFramePr>
          <p:cNvPr id="29" name="Diagram 28"/>
          <p:cNvGraphicFramePr/>
          <p:nvPr/>
        </p:nvGraphicFramePr>
        <p:xfrm>
          <a:off x="9024958" y="4143380"/>
          <a:ext cx="1357322" cy="655084"/>
        </p:xfrm>
        <a:graphic>
          <a:graphicData uri="http://schemas.openxmlformats.org/drawingml/2006/diagram">
            <dgm:relIds xmlns:dgm="http://schemas.openxmlformats.org/drawingml/2006/diagram" xmlns:r="http://schemas.openxmlformats.org/officeDocument/2006/relationships" r:dm="rId82" r:lo="rId83" r:qs="rId84" r:cs="rId85"/>
          </a:graphicData>
        </a:graphic>
      </p:graphicFrame>
      <p:graphicFrame>
        <p:nvGraphicFramePr>
          <p:cNvPr id="30" name="Diagram 29"/>
          <p:cNvGraphicFramePr/>
          <p:nvPr/>
        </p:nvGraphicFramePr>
        <p:xfrm>
          <a:off x="7596198" y="4143380"/>
          <a:ext cx="1357322" cy="655084"/>
        </p:xfrm>
        <a:graphic>
          <a:graphicData uri="http://schemas.openxmlformats.org/drawingml/2006/diagram">
            <dgm:relIds xmlns:dgm="http://schemas.openxmlformats.org/drawingml/2006/diagram" xmlns:r="http://schemas.openxmlformats.org/officeDocument/2006/relationships" r:dm="rId87" r:lo="rId88" r:qs="rId89" r:cs="rId90"/>
          </a:graphicData>
        </a:graphic>
      </p:graphicFrame>
      <p:graphicFrame>
        <p:nvGraphicFramePr>
          <p:cNvPr id="31" name="Diagram 30"/>
          <p:cNvGraphicFramePr/>
          <p:nvPr/>
        </p:nvGraphicFramePr>
        <p:xfrm>
          <a:off x="1809720" y="4143380"/>
          <a:ext cx="1357322" cy="655084"/>
        </p:xfrm>
        <a:graphic>
          <a:graphicData uri="http://schemas.openxmlformats.org/drawingml/2006/diagram">
            <dgm:relIds xmlns:dgm="http://schemas.openxmlformats.org/drawingml/2006/diagram" xmlns:r="http://schemas.openxmlformats.org/officeDocument/2006/relationships" r:dm="rId92" r:lo="rId93" r:qs="rId94" r:cs="rId95"/>
          </a:graphicData>
        </a:graphic>
      </p:graphicFrame>
      <p:sp>
        <p:nvSpPr>
          <p:cNvPr id="32" name="TextBox 31"/>
          <p:cNvSpPr txBox="1"/>
          <p:nvPr/>
        </p:nvSpPr>
        <p:spPr>
          <a:xfrm>
            <a:off x="2166910" y="5143513"/>
            <a:ext cx="8143932" cy="646331"/>
          </a:xfrm>
          <a:prstGeom prst="rect">
            <a:avLst/>
          </a:prstGeom>
          <a:solidFill>
            <a:schemeClr val="tx2">
              <a:lumMod val="50000"/>
            </a:schemeClr>
          </a:solidFill>
        </p:spPr>
        <p:style>
          <a:lnRef idx="0">
            <a:schemeClr val="accent6"/>
          </a:lnRef>
          <a:fillRef idx="3">
            <a:schemeClr val="accent6"/>
          </a:fillRef>
          <a:effectRef idx="3">
            <a:schemeClr val="accent6"/>
          </a:effectRef>
          <a:fontRef idx="minor">
            <a:schemeClr val="lt1"/>
          </a:fontRef>
        </p:style>
        <p:txBody>
          <a:bodyPr>
            <a:spAutoFit/>
          </a:bodyPr>
          <a:lstStyle/>
          <a:p>
            <a:pPr>
              <a:defRPr/>
            </a:pPr>
            <a:r>
              <a:rPr lang="en-GB" b="1" dirty="0">
                <a:solidFill>
                  <a:srgbClr val="000000"/>
                </a:solidFill>
              </a:rPr>
              <a:t>Keeps service information away from business information</a:t>
            </a:r>
          </a:p>
          <a:p>
            <a:pPr>
              <a:defRPr/>
            </a:pPr>
            <a:r>
              <a:rPr lang="en-GB" b="1" dirty="0">
                <a:solidFill>
                  <a:srgbClr val="000000"/>
                </a:solidFill>
              </a:rPr>
              <a:t>Provides accurate and consistent information enabling service-focussed working</a:t>
            </a:r>
            <a:endParaRPr lang="en-US" b="1" dirty="0">
              <a:solidFill>
                <a:srgbClr val="000000"/>
              </a:solidFill>
            </a:endParaRPr>
          </a:p>
        </p:txBody>
      </p:sp>
    </p:spTree>
    <p:extLst>
      <p:ext uri="{BB962C8B-B14F-4D97-AF65-F5344CB8AC3E}">
        <p14:creationId xmlns:p14="http://schemas.microsoft.com/office/powerpoint/2010/main" val="29354076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idx="4294967295"/>
          </p:nvPr>
        </p:nvSpPr>
        <p:spPr>
          <a:xfrm>
            <a:off x="1981201" y="244476"/>
            <a:ext cx="8385175" cy="1096963"/>
          </a:xfrm>
        </p:spPr>
        <p:txBody>
          <a:bodyPr/>
          <a:lstStyle/>
          <a:p>
            <a:pPr eaLnBrk="1" hangingPunct="1">
              <a:defRPr/>
            </a:pPr>
            <a:r>
              <a:rPr lang="en-GB" sz="3200" b="1" dirty="0">
                <a:solidFill>
                  <a:srgbClr val="000000"/>
                </a:solidFill>
                <a:effectLst>
                  <a:outerShdw blurRad="38100" dist="38100" dir="2700000" algn="tl">
                    <a:srgbClr val="FFFFFF"/>
                  </a:outerShdw>
                </a:effectLst>
              </a:rPr>
              <a:t>P#2 – Service Level Management</a:t>
            </a:r>
            <a:endParaRPr lang="en-US" sz="3200" b="1" dirty="0">
              <a:solidFill>
                <a:srgbClr val="000000"/>
              </a:solidFill>
              <a:effectLst>
                <a:outerShdw blurRad="38100" dist="38100" dir="2700000" algn="tl">
                  <a:srgbClr val="FFFFFF"/>
                </a:outerShdw>
              </a:effectLst>
            </a:endParaRPr>
          </a:p>
        </p:txBody>
      </p:sp>
      <p:sp>
        <p:nvSpPr>
          <p:cNvPr id="3" name="Content Placeholder 2"/>
          <p:cNvSpPr>
            <a:spLocks noGrp="1"/>
          </p:cNvSpPr>
          <p:nvPr>
            <p:ph idx="4294967295"/>
          </p:nvPr>
        </p:nvSpPr>
        <p:spPr>
          <a:xfrm>
            <a:off x="1952626" y="1268413"/>
            <a:ext cx="8247063" cy="5429250"/>
          </a:xfrm>
        </p:spPr>
        <p:txBody>
          <a:bodyPr>
            <a:normAutofit lnSpcReduction="10000"/>
          </a:bodyPr>
          <a:lstStyle/>
          <a:p>
            <a:pPr eaLnBrk="1" hangingPunct="1">
              <a:lnSpc>
                <a:spcPct val="70000"/>
              </a:lnSpc>
            </a:pPr>
            <a:r>
              <a:rPr lang="en-GB" altLang="en-US" b="1" i="1" dirty="0" smtClean="0">
                <a:solidFill>
                  <a:srgbClr val="000000"/>
                </a:solidFill>
                <a:effectLst>
                  <a:outerShdw blurRad="38100" dist="38100" dir="2700000" algn="tl">
                    <a:srgbClr val="FFFFFF"/>
                  </a:outerShdw>
                </a:effectLst>
              </a:rPr>
              <a:t>Service Level Agreement</a:t>
            </a:r>
            <a:r>
              <a:rPr lang="en-GB" altLang="en-US" sz="3000" dirty="0">
                <a:solidFill>
                  <a:srgbClr val="000000"/>
                </a:solidFill>
                <a:effectLst>
                  <a:outerShdw blurRad="38100" dist="38100" dir="2700000" algn="tl">
                    <a:srgbClr val="FFFFFF"/>
                  </a:outerShdw>
                </a:effectLst>
              </a:rPr>
              <a:t> (</a:t>
            </a:r>
            <a:r>
              <a:rPr lang="en-GB" altLang="en-US" sz="3000" b="1" dirty="0">
                <a:solidFill>
                  <a:srgbClr val="FF0000"/>
                </a:solidFill>
              </a:rPr>
              <a:t>SLA</a:t>
            </a:r>
            <a:r>
              <a:rPr lang="en-GB" altLang="en-US" sz="3000" dirty="0" smtClean="0">
                <a:solidFill>
                  <a:srgbClr val="000000"/>
                </a:solidFill>
                <a:effectLst>
                  <a:outerShdw blurRad="38100" dist="38100" dir="2700000" algn="tl">
                    <a:srgbClr val="FFFFFF"/>
                  </a:outerShdw>
                </a:effectLst>
              </a:rPr>
              <a:t>)</a:t>
            </a:r>
          </a:p>
          <a:p>
            <a:pPr eaLnBrk="1" hangingPunct="1">
              <a:lnSpc>
                <a:spcPct val="70000"/>
              </a:lnSpc>
            </a:pPr>
            <a:endParaRPr lang="en-GB" altLang="en-US" sz="3000" dirty="0">
              <a:solidFill>
                <a:srgbClr val="000000"/>
              </a:solidFill>
              <a:effectLst>
                <a:outerShdw blurRad="38100" dist="38100" dir="2700000" algn="tl">
                  <a:srgbClr val="FFFFFF"/>
                </a:outerShdw>
              </a:effectLst>
            </a:endParaRPr>
          </a:p>
          <a:p>
            <a:pPr lvl="1" eaLnBrk="1" hangingPunct="1">
              <a:lnSpc>
                <a:spcPct val="70000"/>
              </a:lnSpc>
            </a:pPr>
            <a:r>
              <a:rPr lang="en-GB" altLang="en-US" sz="2600" dirty="0">
                <a:solidFill>
                  <a:srgbClr val="000000"/>
                </a:solidFill>
                <a:effectLst>
                  <a:outerShdw blurRad="38100" dist="38100" dir="2700000" algn="tl">
                    <a:srgbClr val="FFFFFF"/>
                  </a:outerShdw>
                </a:effectLst>
              </a:rPr>
              <a:t>Operational Level Agreements</a:t>
            </a:r>
          </a:p>
          <a:p>
            <a:pPr lvl="2" eaLnBrk="1" hangingPunct="1">
              <a:lnSpc>
                <a:spcPct val="70000"/>
              </a:lnSpc>
            </a:pPr>
            <a:r>
              <a:rPr lang="en-GB" altLang="en-US" sz="2200" dirty="0">
                <a:solidFill>
                  <a:srgbClr val="000000"/>
                </a:solidFill>
                <a:effectLst>
                  <a:outerShdw blurRad="38100" dist="38100" dir="2700000" algn="tl">
                    <a:srgbClr val="FFFFFF"/>
                  </a:outerShdw>
                </a:effectLst>
              </a:rPr>
              <a:t>Internal</a:t>
            </a:r>
          </a:p>
          <a:p>
            <a:pPr lvl="1" eaLnBrk="1" hangingPunct="1">
              <a:lnSpc>
                <a:spcPct val="70000"/>
              </a:lnSpc>
            </a:pPr>
            <a:r>
              <a:rPr lang="en-GB" altLang="en-US" sz="2600" dirty="0">
                <a:solidFill>
                  <a:srgbClr val="000000"/>
                </a:solidFill>
                <a:effectLst>
                  <a:outerShdw blurRad="38100" dist="38100" dir="2700000" algn="tl">
                    <a:srgbClr val="FFFFFF"/>
                  </a:outerShdw>
                </a:effectLst>
              </a:rPr>
              <a:t>Underpinning Contracts (“</a:t>
            </a:r>
            <a:r>
              <a:rPr lang="en-GB" altLang="en-US" sz="2600" i="1" dirty="0">
                <a:solidFill>
                  <a:srgbClr val="000000"/>
                </a:solidFill>
                <a:effectLst>
                  <a:outerShdw blurRad="38100" dist="38100" dir="2700000" algn="tl">
                    <a:srgbClr val="FFFFFF"/>
                  </a:outerShdw>
                </a:effectLst>
              </a:rPr>
              <a:t>SLAs are for service management, contract is for the court </a:t>
            </a:r>
            <a:r>
              <a:rPr lang="en-GB" altLang="en-US" sz="2600" dirty="0">
                <a:solidFill>
                  <a:srgbClr val="000000"/>
                </a:solidFill>
                <a:effectLst>
                  <a:outerShdw blurRad="38100" dist="38100" dir="2700000" algn="tl">
                    <a:srgbClr val="FFFFFF"/>
                  </a:outerShdw>
                </a:effectLst>
              </a:rPr>
              <a:t>...”)</a:t>
            </a:r>
          </a:p>
          <a:p>
            <a:pPr lvl="2" eaLnBrk="1" hangingPunct="1">
              <a:lnSpc>
                <a:spcPct val="70000"/>
              </a:lnSpc>
            </a:pPr>
            <a:r>
              <a:rPr lang="en-GB" altLang="en-US" sz="2200" dirty="0">
                <a:solidFill>
                  <a:srgbClr val="000000"/>
                </a:solidFill>
                <a:effectLst>
                  <a:outerShdw blurRad="38100" dist="38100" dir="2700000" algn="tl">
                    <a:srgbClr val="FFFFFF"/>
                  </a:outerShdw>
                </a:effectLst>
              </a:rPr>
              <a:t>External Organisation</a:t>
            </a:r>
          </a:p>
          <a:p>
            <a:pPr lvl="2" eaLnBrk="1" hangingPunct="1">
              <a:lnSpc>
                <a:spcPct val="70000"/>
              </a:lnSpc>
            </a:pPr>
            <a:r>
              <a:rPr lang="en-GB" altLang="en-US" sz="2200" dirty="0">
                <a:solidFill>
                  <a:srgbClr val="000000"/>
                </a:solidFill>
                <a:effectLst>
                  <a:outerShdw blurRad="38100" dist="38100" dir="2700000" algn="tl">
                    <a:srgbClr val="FFFFFF"/>
                  </a:outerShdw>
                </a:effectLst>
              </a:rPr>
              <a:t>Supplier Management</a:t>
            </a:r>
          </a:p>
          <a:p>
            <a:pPr lvl="1" eaLnBrk="1" hangingPunct="1">
              <a:lnSpc>
                <a:spcPct val="70000"/>
              </a:lnSpc>
            </a:pPr>
            <a:r>
              <a:rPr lang="en-GB" altLang="en-US" sz="2600" dirty="0">
                <a:solidFill>
                  <a:srgbClr val="000000"/>
                </a:solidFill>
                <a:effectLst>
                  <a:outerShdw blurRad="38100" dist="38100" dir="2700000" algn="tl">
                    <a:srgbClr val="FFFFFF"/>
                  </a:outerShdw>
                </a:effectLst>
              </a:rPr>
              <a:t>Generally an annexe to a contract</a:t>
            </a:r>
          </a:p>
          <a:p>
            <a:pPr lvl="1" eaLnBrk="1" hangingPunct="1">
              <a:lnSpc>
                <a:spcPct val="70000"/>
              </a:lnSpc>
            </a:pPr>
            <a:r>
              <a:rPr lang="en-GB" altLang="en-US" sz="2600" dirty="0">
                <a:solidFill>
                  <a:srgbClr val="000000"/>
                </a:solidFill>
                <a:effectLst>
                  <a:outerShdw blurRad="38100" dist="38100" dir="2700000" algn="tl">
                    <a:srgbClr val="FFFFFF"/>
                  </a:outerShdw>
                </a:effectLst>
              </a:rPr>
              <a:t>Should be clear and fair and written in easy-to-understand, unambiguous </a:t>
            </a:r>
            <a:r>
              <a:rPr lang="en-GB" altLang="en-US" sz="2600" dirty="0" smtClean="0">
                <a:solidFill>
                  <a:srgbClr val="000000"/>
                </a:solidFill>
                <a:effectLst>
                  <a:outerShdw blurRad="38100" dist="38100" dir="2700000" algn="tl">
                    <a:srgbClr val="FFFFFF"/>
                  </a:outerShdw>
                </a:effectLst>
              </a:rPr>
              <a:t>language</a:t>
            </a:r>
          </a:p>
          <a:p>
            <a:pPr lvl="1" eaLnBrk="1" hangingPunct="1">
              <a:lnSpc>
                <a:spcPct val="70000"/>
              </a:lnSpc>
            </a:pPr>
            <a:endParaRPr lang="en-GB" altLang="en-US" sz="2600" dirty="0">
              <a:solidFill>
                <a:srgbClr val="000000"/>
              </a:solidFill>
              <a:effectLst>
                <a:outerShdw blurRad="38100" dist="38100" dir="2700000" algn="tl">
                  <a:srgbClr val="FFFFFF"/>
                </a:outerShdw>
              </a:effectLst>
            </a:endParaRPr>
          </a:p>
          <a:p>
            <a:pPr eaLnBrk="1" hangingPunct="1">
              <a:lnSpc>
                <a:spcPct val="70000"/>
              </a:lnSpc>
            </a:pPr>
            <a:r>
              <a:rPr lang="en-GB" altLang="en-US" sz="3000" dirty="0">
                <a:solidFill>
                  <a:srgbClr val="000000"/>
                </a:solidFill>
                <a:effectLst>
                  <a:outerShdw blurRad="38100" dist="38100" dir="2700000" algn="tl">
                    <a:srgbClr val="FFFFFF"/>
                  </a:outerShdw>
                </a:effectLst>
              </a:rPr>
              <a:t>Success of SLM: </a:t>
            </a:r>
            <a:r>
              <a:rPr lang="en-GB" altLang="en-US" b="1" i="1" dirty="0" smtClean="0">
                <a:solidFill>
                  <a:srgbClr val="000000"/>
                </a:solidFill>
                <a:effectLst>
                  <a:outerShdw blurRad="38100" dist="38100" dir="2700000" algn="tl">
                    <a:srgbClr val="FFFFFF"/>
                  </a:outerShdw>
                </a:effectLst>
              </a:rPr>
              <a:t>Key Performance Indicators</a:t>
            </a:r>
            <a:r>
              <a:rPr lang="en-GB" altLang="en-US" dirty="0" smtClean="0">
                <a:solidFill>
                  <a:srgbClr val="000000"/>
                </a:solidFill>
                <a:effectLst>
                  <a:outerShdw blurRad="38100" dist="38100" dir="2700000" algn="tl">
                    <a:srgbClr val="FFFFFF"/>
                  </a:outerShdw>
                </a:effectLst>
              </a:rPr>
              <a:t> </a:t>
            </a:r>
            <a:r>
              <a:rPr lang="en-GB" altLang="en-US" sz="3000" dirty="0">
                <a:solidFill>
                  <a:srgbClr val="000000"/>
                </a:solidFill>
                <a:effectLst>
                  <a:outerShdw blurRad="38100" dist="38100" dir="2700000" algn="tl">
                    <a:srgbClr val="FFFFFF"/>
                  </a:outerShdw>
                </a:effectLst>
              </a:rPr>
              <a:t>(</a:t>
            </a:r>
            <a:r>
              <a:rPr lang="en-GB" altLang="en-US" sz="3000" b="1" dirty="0">
                <a:solidFill>
                  <a:srgbClr val="FF0000"/>
                </a:solidFill>
              </a:rPr>
              <a:t>KPIs</a:t>
            </a:r>
            <a:r>
              <a:rPr lang="en-GB" altLang="en-US" sz="3000" dirty="0" smtClean="0">
                <a:solidFill>
                  <a:srgbClr val="000000"/>
                </a:solidFill>
                <a:effectLst>
                  <a:outerShdw blurRad="38100" dist="38100" dir="2700000" algn="tl">
                    <a:srgbClr val="FFFFFF"/>
                  </a:outerShdw>
                </a:effectLst>
              </a:rPr>
              <a:t>)</a:t>
            </a:r>
          </a:p>
          <a:p>
            <a:pPr marL="0" indent="0" eaLnBrk="1" hangingPunct="1">
              <a:lnSpc>
                <a:spcPct val="70000"/>
              </a:lnSpc>
              <a:buNone/>
            </a:pPr>
            <a:endParaRPr lang="en-GB" altLang="en-US" sz="3000" dirty="0">
              <a:solidFill>
                <a:srgbClr val="000000"/>
              </a:solidFill>
              <a:effectLst>
                <a:outerShdw blurRad="38100" dist="38100" dir="2700000" algn="tl">
                  <a:srgbClr val="FFFFFF"/>
                </a:outerShdw>
              </a:effectLst>
            </a:endParaRPr>
          </a:p>
          <a:p>
            <a:pPr lvl="1" eaLnBrk="1" hangingPunct="1">
              <a:lnSpc>
                <a:spcPct val="70000"/>
              </a:lnSpc>
            </a:pPr>
            <a:r>
              <a:rPr lang="en-GB" altLang="en-US" sz="2600" dirty="0">
                <a:solidFill>
                  <a:srgbClr val="000000"/>
                </a:solidFill>
                <a:effectLst>
                  <a:outerShdw blurRad="38100" dist="38100" dir="2700000" algn="tl">
                    <a:srgbClr val="FFFFFF"/>
                  </a:outerShdw>
                </a:effectLst>
              </a:rPr>
              <a:t>How many services have SLAs?</a:t>
            </a:r>
          </a:p>
          <a:p>
            <a:pPr lvl="1" eaLnBrk="1" hangingPunct="1">
              <a:lnSpc>
                <a:spcPct val="70000"/>
              </a:lnSpc>
            </a:pPr>
            <a:r>
              <a:rPr lang="en-GB" altLang="en-US" sz="2600" dirty="0">
                <a:solidFill>
                  <a:srgbClr val="000000"/>
                </a:solidFill>
                <a:effectLst>
                  <a:outerShdw blurRad="38100" dist="38100" dir="2700000" algn="tl">
                    <a:srgbClr val="FFFFFF"/>
                  </a:outerShdw>
                </a:effectLst>
              </a:rPr>
              <a:t>How does the number of breaches of SLA change over time (we hope it reduces!)?</a:t>
            </a:r>
            <a:endParaRPr lang="en-US" altLang="en-US" sz="2600" dirty="0">
              <a:solidFill>
                <a:srgbClr val="000000"/>
              </a:solidFill>
              <a:effectLst>
                <a:outerShdw blurRad="38100" dist="38100" dir="2700000" algn="tl">
                  <a:srgbClr val="FFFFFF"/>
                </a:outerShdw>
              </a:effectLst>
            </a:endParaRPr>
          </a:p>
        </p:txBody>
      </p:sp>
    </p:spTree>
    <p:extLst>
      <p:ext uri="{BB962C8B-B14F-4D97-AF65-F5344CB8AC3E}">
        <p14:creationId xmlns:p14="http://schemas.microsoft.com/office/powerpoint/2010/main" val="3612915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idx="4294967295"/>
          </p:nvPr>
        </p:nvSpPr>
        <p:spPr/>
        <p:txBody>
          <a:bodyPr/>
          <a:lstStyle/>
          <a:p>
            <a:pPr eaLnBrk="1" hangingPunct="1">
              <a:defRPr/>
            </a:pPr>
            <a:r>
              <a:rPr lang="en-GB" b="1" dirty="0" smtClean="0">
                <a:solidFill>
                  <a:srgbClr val="000000"/>
                </a:solidFill>
                <a:effectLst>
                  <a:outerShdw blurRad="38100" dist="38100" dir="2700000" algn="tl">
                    <a:srgbClr val="FFFFFF"/>
                  </a:outerShdw>
                </a:effectLst>
              </a:rPr>
              <a:t>Things you might find in an SLA</a:t>
            </a:r>
            <a:endParaRPr lang="en-US" b="1" dirty="0" smtClean="0">
              <a:solidFill>
                <a:srgbClr val="000000"/>
              </a:solidFill>
              <a:effectLst>
                <a:outerShdw blurRad="38100" dist="38100" dir="2700000" algn="tl">
                  <a:srgbClr val="FFFFFF"/>
                </a:outerShdw>
              </a:effectLst>
            </a:endParaRPr>
          </a:p>
        </p:txBody>
      </p:sp>
      <p:graphicFrame>
        <p:nvGraphicFramePr>
          <p:cNvPr id="4" name="Content Placeholder 3"/>
          <p:cNvGraphicFramePr>
            <a:graphicFrameLocks noGrp="1"/>
          </p:cNvGraphicFramePr>
          <p:nvPr>
            <p:ph idx="4294967295"/>
          </p:nvPr>
        </p:nvGraphicFramePr>
        <p:xfrm>
          <a:off x="2070046" y="1952812"/>
          <a:ext cx="8158273" cy="45541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6126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idx="4294967295"/>
          </p:nvPr>
        </p:nvSpPr>
        <p:spPr/>
        <p:txBody>
          <a:bodyPr/>
          <a:lstStyle/>
          <a:p>
            <a:pPr eaLnBrk="1" hangingPunct="1">
              <a:defRPr/>
            </a:pPr>
            <a:r>
              <a:rPr lang="en-GB" b="1" dirty="0" smtClean="0">
                <a:solidFill>
                  <a:srgbClr val="000000"/>
                </a:solidFill>
                <a:effectLst>
                  <a:outerShdw blurRad="38100" dist="38100" dir="2700000" algn="tl">
                    <a:srgbClr val="FFFFFF"/>
                  </a:outerShdw>
                </a:effectLst>
              </a:rPr>
              <a:t>Types of SLA</a:t>
            </a:r>
            <a:endParaRPr lang="en-US" b="1" dirty="0" smtClean="0">
              <a:solidFill>
                <a:srgbClr val="000000"/>
              </a:solidFill>
              <a:effectLst>
                <a:outerShdw blurRad="38100" dist="38100" dir="2700000" algn="tl">
                  <a:srgbClr val="FFFFFF"/>
                </a:outerShdw>
              </a:effectLst>
            </a:endParaRPr>
          </a:p>
        </p:txBody>
      </p:sp>
      <p:sp>
        <p:nvSpPr>
          <p:cNvPr id="24579" name="Content Placeholder 2"/>
          <p:cNvSpPr>
            <a:spLocks noGrp="1"/>
          </p:cNvSpPr>
          <p:nvPr>
            <p:ph idx="4294967295"/>
          </p:nvPr>
        </p:nvSpPr>
        <p:spPr>
          <a:xfrm>
            <a:off x="2362201" y="1700214"/>
            <a:ext cx="7910513" cy="4619625"/>
          </a:xfrm>
        </p:spPr>
        <p:txBody>
          <a:bodyPr/>
          <a:lstStyle/>
          <a:p>
            <a:pPr eaLnBrk="1" hangingPunct="1">
              <a:defRPr/>
            </a:pPr>
            <a:r>
              <a:rPr lang="en-GB" smtClean="0">
                <a:solidFill>
                  <a:srgbClr val="FF0000"/>
                </a:solidFill>
              </a:rPr>
              <a:t>Service-based</a:t>
            </a:r>
          </a:p>
          <a:p>
            <a:pPr lvl="1" eaLnBrk="1" hangingPunct="1">
              <a:defRPr/>
            </a:pPr>
            <a:r>
              <a:rPr lang="en-GB" smtClean="0">
                <a:solidFill>
                  <a:srgbClr val="000000"/>
                </a:solidFill>
                <a:effectLst>
                  <a:outerShdw blurRad="38100" dist="38100" dir="2700000" algn="tl">
                    <a:srgbClr val="FFFFFF"/>
                  </a:outerShdw>
                </a:effectLst>
              </a:rPr>
              <a:t>All customers get same deal for same services</a:t>
            </a:r>
          </a:p>
          <a:p>
            <a:pPr eaLnBrk="1" hangingPunct="1">
              <a:defRPr/>
            </a:pPr>
            <a:r>
              <a:rPr lang="en-GB" smtClean="0">
                <a:solidFill>
                  <a:srgbClr val="FF0000"/>
                </a:solidFill>
              </a:rPr>
              <a:t>Customer-based</a:t>
            </a:r>
          </a:p>
          <a:p>
            <a:pPr lvl="1" eaLnBrk="1" hangingPunct="1">
              <a:defRPr/>
            </a:pPr>
            <a:r>
              <a:rPr lang="en-GB" smtClean="0">
                <a:solidFill>
                  <a:srgbClr val="000000"/>
                </a:solidFill>
                <a:effectLst>
                  <a:outerShdw blurRad="38100" dist="38100" dir="2700000" algn="tl">
                    <a:srgbClr val="FFFFFF"/>
                  </a:outerShdw>
                </a:effectLst>
              </a:rPr>
              <a:t>Different customers get different deal (and different cost)</a:t>
            </a:r>
          </a:p>
          <a:p>
            <a:pPr eaLnBrk="1" hangingPunct="1">
              <a:defRPr/>
            </a:pPr>
            <a:r>
              <a:rPr lang="en-GB" smtClean="0">
                <a:solidFill>
                  <a:srgbClr val="FF0000"/>
                </a:solidFill>
              </a:rPr>
              <a:t>Multi-level</a:t>
            </a:r>
          </a:p>
          <a:p>
            <a:pPr lvl="1" eaLnBrk="1" hangingPunct="1">
              <a:defRPr/>
            </a:pPr>
            <a:r>
              <a:rPr lang="en-GB" smtClean="0">
                <a:solidFill>
                  <a:srgbClr val="000000"/>
                </a:solidFill>
                <a:effectLst>
                  <a:outerShdw blurRad="38100" dist="38100" dir="2700000" algn="tl">
                    <a:srgbClr val="FFFFFF"/>
                  </a:outerShdw>
                </a:effectLst>
              </a:rPr>
              <a:t>These involve corporate, customer and service levels and avoid repetition</a:t>
            </a:r>
            <a:endParaRPr lang="en-US" smtClean="0">
              <a:solidFill>
                <a:srgbClr val="000000"/>
              </a:solidFill>
              <a:effectLst>
                <a:outerShdw blurRad="38100" dist="38100" dir="2700000" algn="tl">
                  <a:srgbClr val="FFFFFF"/>
                </a:outerShdw>
              </a:effectLst>
            </a:endParaRPr>
          </a:p>
        </p:txBody>
      </p:sp>
    </p:spTree>
    <p:extLst>
      <p:ext uri="{BB962C8B-B14F-4D97-AF65-F5344CB8AC3E}">
        <p14:creationId xmlns:p14="http://schemas.microsoft.com/office/powerpoint/2010/main" val="4278128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itle 1"/>
          <p:cNvSpPr>
            <a:spLocks noGrp="1"/>
          </p:cNvSpPr>
          <p:nvPr>
            <p:ph type="title" idx="4294967295"/>
          </p:nvPr>
        </p:nvSpPr>
        <p:spPr>
          <a:xfrm>
            <a:off x="1992314" y="260351"/>
            <a:ext cx="8385175" cy="1431925"/>
          </a:xfrm>
        </p:spPr>
        <p:txBody>
          <a:bodyPr/>
          <a:lstStyle/>
          <a:p>
            <a:pPr eaLnBrk="1" hangingPunct="1">
              <a:defRPr/>
            </a:pPr>
            <a:r>
              <a:rPr lang="en-GB" b="1" dirty="0" smtClean="0">
                <a:solidFill>
                  <a:srgbClr val="000000"/>
                </a:solidFill>
                <a:effectLst>
                  <a:outerShdw blurRad="38100" dist="38100" dir="2700000" algn="tl">
                    <a:srgbClr val="FFFFFF"/>
                  </a:outerShdw>
                </a:effectLst>
              </a:rPr>
              <a:t>SLA, an example</a:t>
            </a:r>
            <a:endParaRPr lang="en-US" b="1" dirty="0" smtClean="0">
              <a:solidFill>
                <a:srgbClr val="000000"/>
              </a:solidFill>
              <a:effectLst>
                <a:outerShdw blurRad="38100" dist="38100" dir="2700000" algn="tl">
                  <a:srgbClr val="FFFFFF"/>
                </a:outerShdw>
              </a:effectLst>
            </a:endParaRPr>
          </a:p>
        </p:txBody>
      </p:sp>
      <p:sp>
        <p:nvSpPr>
          <p:cNvPr id="124931" name="Content Placeholder 2"/>
          <p:cNvSpPr>
            <a:spLocks noGrp="1"/>
          </p:cNvSpPr>
          <p:nvPr>
            <p:ph idx="4294967295"/>
          </p:nvPr>
        </p:nvSpPr>
        <p:spPr>
          <a:xfrm>
            <a:off x="2351088" y="1268413"/>
            <a:ext cx="7910512" cy="5516562"/>
          </a:xfrm>
        </p:spPr>
        <p:txBody>
          <a:bodyPr/>
          <a:lstStyle/>
          <a:p>
            <a:pPr eaLnBrk="1" hangingPunct="1"/>
            <a:r>
              <a:rPr lang="en-GB" altLang="en-US" dirty="0" smtClean="0">
                <a:solidFill>
                  <a:srgbClr val="FF0000"/>
                </a:solidFill>
              </a:rPr>
              <a:t>Online Services Availability</a:t>
            </a:r>
          </a:p>
          <a:p>
            <a:pPr lvl="1" eaLnBrk="1" hangingPunct="1"/>
            <a:r>
              <a:rPr lang="en-GB" altLang="en-US" sz="2000" b="1" dirty="0">
                <a:solidFill>
                  <a:srgbClr val="000000"/>
                </a:solidFill>
              </a:rPr>
              <a:t>Minutes of service unavailability</a:t>
            </a:r>
          </a:p>
          <a:p>
            <a:pPr lvl="1" eaLnBrk="1" hangingPunct="1"/>
            <a:r>
              <a:rPr lang="en-GB" altLang="en-US" sz="2000" dirty="0">
                <a:solidFill>
                  <a:srgbClr val="000000"/>
                </a:solidFill>
              </a:rPr>
              <a:t>Period 1 definition: MON-FRI 8-18</a:t>
            </a:r>
          </a:p>
          <a:p>
            <a:pPr lvl="1" eaLnBrk="1" hangingPunct="1"/>
            <a:r>
              <a:rPr lang="en-GB" altLang="en-US" sz="2000" dirty="0">
                <a:solidFill>
                  <a:srgbClr val="000000"/>
                </a:solidFill>
              </a:rPr>
              <a:t>Period 2 definition: other</a:t>
            </a:r>
          </a:p>
          <a:p>
            <a:pPr lvl="1" eaLnBrk="1" hangingPunct="1"/>
            <a:r>
              <a:rPr lang="en-GB" altLang="en-US" sz="2000" dirty="0">
                <a:solidFill>
                  <a:srgbClr val="000000"/>
                </a:solidFill>
              </a:rPr>
              <a:t>Observation interval 1 YEAR:</a:t>
            </a:r>
          </a:p>
          <a:p>
            <a:pPr lvl="2" eaLnBrk="1" hangingPunct="1"/>
            <a:r>
              <a:rPr lang="en-GB" altLang="en-US" sz="1800" dirty="0">
                <a:solidFill>
                  <a:srgbClr val="000000"/>
                </a:solidFill>
              </a:rPr>
              <a:t>“</a:t>
            </a:r>
            <a:r>
              <a:rPr lang="en-GB" altLang="en-US" sz="1800" b="1" i="1" dirty="0">
                <a:solidFill>
                  <a:srgbClr val="000000"/>
                </a:solidFill>
              </a:rPr>
              <a:t>Inappropriate</a:t>
            </a:r>
            <a:r>
              <a:rPr lang="en-GB" altLang="en-US" sz="1800" dirty="0">
                <a:solidFill>
                  <a:srgbClr val="000000"/>
                </a:solidFill>
              </a:rPr>
              <a:t>” SL: more than 523 min/year in period 1, more than 680 in period 2</a:t>
            </a:r>
          </a:p>
          <a:p>
            <a:pPr lvl="2" eaLnBrk="1" hangingPunct="1"/>
            <a:r>
              <a:rPr lang="en-GB" altLang="en-US" sz="1800" dirty="0">
                <a:solidFill>
                  <a:srgbClr val="000000"/>
                </a:solidFill>
              </a:rPr>
              <a:t>“</a:t>
            </a:r>
            <a:r>
              <a:rPr lang="en-GB" altLang="en-US" sz="1800" b="1" i="1" dirty="0">
                <a:solidFill>
                  <a:srgbClr val="000000"/>
                </a:solidFill>
              </a:rPr>
              <a:t>Insufficient</a:t>
            </a:r>
            <a:r>
              <a:rPr lang="en-GB" altLang="en-US" sz="1800" dirty="0">
                <a:solidFill>
                  <a:srgbClr val="000000"/>
                </a:solidFill>
              </a:rPr>
              <a:t>” SL: more than 756 min/year in period 1, more than 983 in period 2</a:t>
            </a:r>
          </a:p>
          <a:p>
            <a:pPr lvl="2" eaLnBrk="1" hangingPunct="1"/>
            <a:r>
              <a:rPr lang="en-GB" altLang="en-US" sz="1800" dirty="0">
                <a:solidFill>
                  <a:srgbClr val="000000"/>
                </a:solidFill>
              </a:rPr>
              <a:t>“</a:t>
            </a:r>
            <a:r>
              <a:rPr lang="en-GB" altLang="en-US" sz="1800" b="1" i="1" dirty="0">
                <a:solidFill>
                  <a:srgbClr val="000000"/>
                </a:solidFill>
              </a:rPr>
              <a:t>Unsuitable</a:t>
            </a:r>
            <a:r>
              <a:rPr lang="en-GB" altLang="en-US" sz="1800" dirty="0">
                <a:solidFill>
                  <a:srgbClr val="000000"/>
                </a:solidFill>
              </a:rPr>
              <a:t>” SL: more than 1.047 min/year in period 1, more than 1.361 in period 2</a:t>
            </a:r>
          </a:p>
          <a:p>
            <a:pPr lvl="1" eaLnBrk="1" hangingPunct="1"/>
            <a:r>
              <a:rPr lang="en-GB" altLang="en-US" sz="2000" dirty="0">
                <a:solidFill>
                  <a:srgbClr val="000000"/>
                </a:solidFill>
              </a:rPr>
              <a:t>Observation interval 1 MONTH:</a:t>
            </a:r>
          </a:p>
          <a:p>
            <a:pPr lvl="2" eaLnBrk="1" hangingPunct="1"/>
            <a:r>
              <a:rPr lang="en-GB" altLang="en-US" sz="1800" dirty="0">
                <a:solidFill>
                  <a:srgbClr val="000000"/>
                </a:solidFill>
              </a:rPr>
              <a:t>“</a:t>
            </a:r>
            <a:r>
              <a:rPr lang="en-GB" altLang="en-US" sz="1800" b="1" i="1" dirty="0">
                <a:solidFill>
                  <a:srgbClr val="000000"/>
                </a:solidFill>
              </a:rPr>
              <a:t>Inappropriate</a:t>
            </a:r>
            <a:r>
              <a:rPr lang="en-GB" altLang="en-US" sz="1800" dirty="0">
                <a:solidFill>
                  <a:srgbClr val="000000"/>
                </a:solidFill>
              </a:rPr>
              <a:t>” SL: n/a</a:t>
            </a:r>
          </a:p>
          <a:p>
            <a:pPr lvl="2" eaLnBrk="1" hangingPunct="1"/>
            <a:r>
              <a:rPr lang="en-GB" altLang="en-US" sz="1800" dirty="0">
                <a:solidFill>
                  <a:srgbClr val="000000"/>
                </a:solidFill>
              </a:rPr>
              <a:t>“</a:t>
            </a:r>
            <a:r>
              <a:rPr lang="en-GB" altLang="en-US" sz="1800" b="1" i="1" dirty="0">
                <a:solidFill>
                  <a:srgbClr val="000000"/>
                </a:solidFill>
              </a:rPr>
              <a:t>Insufficient</a:t>
            </a:r>
            <a:r>
              <a:rPr lang="en-GB" altLang="en-US" sz="1800" dirty="0">
                <a:solidFill>
                  <a:srgbClr val="000000"/>
                </a:solidFill>
              </a:rPr>
              <a:t>” SL: n/a</a:t>
            </a:r>
          </a:p>
          <a:p>
            <a:pPr lvl="2" eaLnBrk="1" hangingPunct="1"/>
            <a:r>
              <a:rPr lang="en-GB" altLang="en-US" sz="1800" dirty="0">
                <a:solidFill>
                  <a:srgbClr val="000000"/>
                </a:solidFill>
              </a:rPr>
              <a:t>“</a:t>
            </a:r>
            <a:r>
              <a:rPr lang="en-GB" altLang="en-US" sz="1800" b="1" i="1" dirty="0">
                <a:solidFill>
                  <a:srgbClr val="000000"/>
                </a:solidFill>
              </a:rPr>
              <a:t>Unsuitable</a:t>
            </a:r>
            <a:r>
              <a:rPr lang="en-GB" altLang="en-US" sz="1800" dirty="0">
                <a:solidFill>
                  <a:srgbClr val="000000"/>
                </a:solidFill>
              </a:rPr>
              <a:t>” SL: more than 209 min/month in period 1, more than 272 in period 2</a:t>
            </a:r>
          </a:p>
        </p:txBody>
      </p:sp>
    </p:spTree>
    <p:extLst>
      <p:ext uri="{BB962C8B-B14F-4D97-AF65-F5344CB8AC3E}">
        <p14:creationId xmlns:p14="http://schemas.microsoft.com/office/powerpoint/2010/main" val="334943482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itle 1"/>
          <p:cNvSpPr>
            <a:spLocks noGrp="1"/>
          </p:cNvSpPr>
          <p:nvPr>
            <p:ph type="title" idx="4294967295"/>
          </p:nvPr>
        </p:nvSpPr>
        <p:spPr>
          <a:xfrm>
            <a:off x="2282826" y="260351"/>
            <a:ext cx="8385175" cy="1431925"/>
          </a:xfrm>
        </p:spPr>
        <p:txBody>
          <a:bodyPr/>
          <a:lstStyle/>
          <a:p>
            <a:pPr eaLnBrk="1" hangingPunct="1">
              <a:defRPr/>
            </a:pPr>
            <a:r>
              <a:rPr lang="en-GB" b="1" dirty="0" smtClean="0">
                <a:solidFill>
                  <a:srgbClr val="000000"/>
                </a:solidFill>
                <a:effectLst>
                  <a:outerShdw blurRad="38100" dist="38100" dir="2700000" algn="tl">
                    <a:srgbClr val="FFFFFF"/>
                  </a:outerShdw>
                </a:effectLst>
              </a:rPr>
              <a:t>SLA, more examples</a:t>
            </a:r>
            <a:endParaRPr lang="en-US" b="1" dirty="0" smtClean="0">
              <a:solidFill>
                <a:srgbClr val="000000"/>
              </a:solidFill>
              <a:effectLst>
                <a:outerShdw blurRad="38100" dist="38100" dir="2700000" algn="tl">
                  <a:srgbClr val="FFFFFF"/>
                </a:outerShdw>
              </a:effectLst>
            </a:endParaRPr>
          </a:p>
        </p:txBody>
      </p:sp>
      <p:sp>
        <p:nvSpPr>
          <p:cNvPr id="124931" name="Content Placeholder 2"/>
          <p:cNvSpPr>
            <a:spLocks noGrp="1"/>
          </p:cNvSpPr>
          <p:nvPr>
            <p:ph idx="4294967295"/>
          </p:nvPr>
        </p:nvSpPr>
        <p:spPr>
          <a:xfrm>
            <a:off x="2208213" y="1341438"/>
            <a:ext cx="7910512" cy="5256212"/>
          </a:xfrm>
        </p:spPr>
        <p:txBody>
          <a:bodyPr/>
          <a:lstStyle/>
          <a:p>
            <a:pPr eaLnBrk="1" hangingPunct="1"/>
            <a:r>
              <a:rPr lang="en-GB" altLang="en-US" smtClean="0">
                <a:solidFill>
                  <a:srgbClr val="FF0000"/>
                </a:solidFill>
              </a:rPr>
              <a:t>Online Services Performance</a:t>
            </a:r>
          </a:p>
          <a:p>
            <a:pPr lvl="1" eaLnBrk="1" hangingPunct="1"/>
            <a:r>
              <a:rPr lang="en-GB" altLang="en-US" sz="2000">
                <a:solidFill>
                  <a:srgbClr val="000000"/>
                </a:solidFill>
              </a:rPr>
              <a:t>Transactions mean response time ≤ 2,5 sec</a:t>
            </a:r>
          </a:p>
          <a:p>
            <a:pPr lvl="1" eaLnBrk="1" hangingPunct="1"/>
            <a:r>
              <a:rPr lang="en-GB" altLang="en-US" sz="2000">
                <a:solidFill>
                  <a:srgbClr val="000000"/>
                </a:solidFill>
              </a:rPr>
              <a:t>Maximum percentage of transactions ending in more than 1 sec = 5%</a:t>
            </a:r>
          </a:p>
          <a:p>
            <a:pPr eaLnBrk="1" hangingPunct="1"/>
            <a:r>
              <a:rPr lang="en-GB" altLang="en-US" smtClean="0">
                <a:solidFill>
                  <a:srgbClr val="FF0000"/>
                </a:solidFill>
              </a:rPr>
              <a:t>DR Service</a:t>
            </a:r>
          </a:p>
          <a:p>
            <a:pPr lvl="1" eaLnBrk="1" hangingPunct="1"/>
            <a:r>
              <a:rPr lang="en-GB" altLang="en-US" sz="2000" b="1">
                <a:solidFill>
                  <a:srgbClr val="000000"/>
                </a:solidFill>
              </a:rPr>
              <a:t>RTO</a:t>
            </a:r>
            <a:r>
              <a:rPr lang="en-GB" altLang="en-US" sz="2000">
                <a:solidFill>
                  <a:srgbClr val="000000"/>
                </a:solidFill>
              </a:rPr>
              <a:t> (Recovery Time Option):</a:t>
            </a:r>
          </a:p>
          <a:p>
            <a:pPr lvl="2" eaLnBrk="1" hangingPunct="1"/>
            <a:r>
              <a:rPr lang="en-GB" altLang="en-US" sz="1800">
                <a:solidFill>
                  <a:srgbClr val="000000"/>
                </a:solidFill>
              </a:rPr>
              <a:t>Applications A, B, C, ... restarting in 2 hours after the disaster formal statement</a:t>
            </a:r>
          </a:p>
          <a:p>
            <a:pPr lvl="2" eaLnBrk="1" hangingPunct="1"/>
            <a:r>
              <a:rPr lang="en-GB" altLang="en-US" sz="1800">
                <a:solidFill>
                  <a:srgbClr val="000000"/>
                </a:solidFill>
              </a:rPr>
              <a:t>Applications X, Y, Z, ... restarting in 24 hours after the disaster formal statement</a:t>
            </a:r>
          </a:p>
          <a:p>
            <a:pPr lvl="1" eaLnBrk="1" hangingPunct="1"/>
            <a:r>
              <a:rPr lang="en-GB" altLang="en-US" sz="2000" b="1">
                <a:solidFill>
                  <a:srgbClr val="000000"/>
                </a:solidFill>
              </a:rPr>
              <a:t>RPO</a:t>
            </a:r>
            <a:r>
              <a:rPr lang="en-GB" altLang="en-US" sz="2000">
                <a:solidFill>
                  <a:srgbClr val="000000"/>
                </a:solidFill>
              </a:rPr>
              <a:t> (Recovery Point Option):</a:t>
            </a:r>
          </a:p>
          <a:p>
            <a:pPr lvl="2" eaLnBrk="1" hangingPunct="1"/>
            <a:r>
              <a:rPr lang="en-GB" altLang="en-US" sz="1800">
                <a:solidFill>
                  <a:srgbClr val="000000"/>
                </a:solidFill>
              </a:rPr>
              <a:t>No data loss for applications A, B, C, ... </a:t>
            </a:r>
          </a:p>
          <a:p>
            <a:pPr lvl="2" eaLnBrk="1" hangingPunct="1"/>
            <a:r>
              <a:rPr lang="en-GB" altLang="en-US" sz="1800">
                <a:solidFill>
                  <a:srgbClr val="000000"/>
                </a:solidFill>
              </a:rPr>
              <a:t>Maximum data loss for applications X, Y, Z, ... updates in the last hour before the disaster</a:t>
            </a:r>
          </a:p>
        </p:txBody>
      </p:sp>
    </p:spTree>
    <p:extLst>
      <p:ext uri="{BB962C8B-B14F-4D97-AF65-F5344CB8AC3E}">
        <p14:creationId xmlns:p14="http://schemas.microsoft.com/office/powerpoint/2010/main" val="17580815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normAutofit/>
          </a:bodyPr>
          <a:lstStyle/>
          <a:p>
            <a:pPr eaLnBrk="1" hangingPunct="1">
              <a:defRPr/>
            </a:pPr>
            <a:r>
              <a:rPr lang="en-GB" sz="4000" b="1" dirty="0">
                <a:solidFill>
                  <a:srgbClr val="000000"/>
                </a:solidFill>
                <a:effectLst>
                  <a:outerShdw blurRad="38100" dist="38100" dir="2700000" algn="tl">
                    <a:srgbClr val="FFFFFF"/>
                  </a:outerShdw>
                </a:effectLst>
              </a:rPr>
              <a:t>P#3 – Capacity Management</a:t>
            </a:r>
            <a:r>
              <a:rPr lang="en-GB" sz="4000" dirty="0">
                <a:solidFill>
                  <a:srgbClr val="000000"/>
                </a:solidFill>
                <a:effectLst>
                  <a:outerShdw blurRad="38100" dist="38100" dir="2700000" algn="tl">
                    <a:srgbClr val="FFFFFF"/>
                  </a:outerShdw>
                </a:effectLst>
              </a:rPr>
              <a:t/>
            </a:r>
            <a:br>
              <a:rPr lang="en-GB" sz="4000" dirty="0">
                <a:solidFill>
                  <a:srgbClr val="000000"/>
                </a:solidFill>
                <a:effectLst>
                  <a:outerShdw blurRad="38100" dist="38100" dir="2700000" algn="tl">
                    <a:srgbClr val="FFFFFF"/>
                  </a:outerShdw>
                </a:effectLst>
              </a:rPr>
            </a:br>
            <a:endParaRPr lang="en-US" sz="4000" dirty="0">
              <a:solidFill>
                <a:srgbClr val="000000"/>
              </a:solidFill>
              <a:effectLst>
                <a:outerShdw blurRad="38100" dist="38100" dir="2700000" algn="tl">
                  <a:srgbClr val="FFFFFF"/>
                </a:outerShdw>
              </a:effectLst>
            </a:endParaRPr>
          </a:p>
        </p:txBody>
      </p:sp>
      <p:sp>
        <p:nvSpPr>
          <p:cNvPr id="25603" name="Content Placeholder 2"/>
          <p:cNvSpPr>
            <a:spLocks noGrp="1"/>
          </p:cNvSpPr>
          <p:nvPr>
            <p:ph idx="4294967295"/>
          </p:nvPr>
        </p:nvSpPr>
        <p:spPr/>
        <p:txBody>
          <a:bodyPr/>
          <a:lstStyle/>
          <a:p>
            <a:pPr eaLnBrk="1" hangingPunct="1">
              <a:defRPr/>
            </a:pPr>
            <a:r>
              <a:rPr lang="en-GB" sz="4400">
                <a:solidFill>
                  <a:srgbClr val="000000"/>
                </a:solidFill>
                <a:effectLst>
                  <a:outerShdw blurRad="38100" dist="38100" dir="2700000" algn="tl">
                    <a:srgbClr val="FFFFFF"/>
                  </a:outerShdw>
                </a:effectLst>
              </a:rPr>
              <a:t>Right Capacity, Right Time, Right Cost!</a:t>
            </a:r>
          </a:p>
          <a:p>
            <a:pPr eaLnBrk="1" hangingPunct="1">
              <a:defRPr/>
            </a:pPr>
            <a:r>
              <a:rPr lang="en-GB" sz="4400">
                <a:solidFill>
                  <a:srgbClr val="000000"/>
                </a:solidFill>
                <a:effectLst>
                  <a:outerShdw blurRad="38100" dist="38100" dir="2700000" algn="tl">
                    <a:srgbClr val="FFFFFF"/>
                  </a:outerShdw>
                </a:effectLst>
              </a:rPr>
              <a:t>Balances Cost against Capacity so minimises costs while maintaining quality of service</a:t>
            </a:r>
            <a:endParaRPr lang="en-US" sz="4400">
              <a:solidFill>
                <a:srgbClr val="000000"/>
              </a:solidFill>
              <a:effectLst>
                <a:outerShdw blurRad="38100" dist="38100" dir="2700000" algn="tl">
                  <a:srgbClr val="FFFFFF"/>
                </a:outerShdw>
              </a:effectLst>
            </a:endParaRPr>
          </a:p>
        </p:txBody>
      </p:sp>
    </p:spTree>
    <p:extLst>
      <p:ext uri="{BB962C8B-B14F-4D97-AF65-F5344CB8AC3E}">
        <p14:creationId xmlns:p14="http://schemas.microsoft.com/office/powerpoint/2010/main" val="19897298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idx="4294967295"/>
          </p:nvPr>
        </p:nvSpPr>
        <p:spPr>
          <a:xfrm>
            <a:off x="1981201" y="244475"/>
            <a:ext cx="8385175" cy="1023938"/>
          </a:xfrm>
        </p:spPr>
        <p:txBody>
          <a:bodyPr/>
          <a:lstStyle/>
          <a:p>
            <a:pPr eaLnBrk="1" hangingPunct="1">
              <a:defRPr/>
            </a:pPr>
            <a:r>
              <a:rPr lang="en-GB" sz="2800" b="1" dirty="0">
                <a:solidFill>
                  <a:srgbClr val="000000"/>
                </a:solidFill>
                <a:effectLst>
                  <a:outerShdw blurRad="38100" dist="38100" dir="2700000" algn="tl">
                    <a:srgbClr val="FFFFFF"/>
                  </a:outerShdw>
                </a:effectLst>
              </a:rPr>
              <a:t>P#4 – Information Security Management</a:t>
            </a:r>
            <a:endParaRPr lang="en-US" sz="2800" b="1" dirty="0">
              <a:solidFill>
                <a:srgbClr val="000000"/>
              </a:solidFill>
              <a:effectLst>
                <a:outerShdw blurRad="38100" dist="38100" dir="2700000" algn="tl">
                  <a:srgbClr val="FFFFFF"/>
                </a:outerShdw>
              </a:effectLst>
            </a:endParaRPr>
          </a:p>
        </p:txBody>
      </p:sp>
      <p:sp>
        <p:nvSpPr>
          <p:cNvPr id="106499" name="Content Placeholder 2"/>
          <p:cNvSpPr>
            <a:spLocks noGrp="1"/>
          </p:cNvSpPr>
          <p:nvPr>
            <p:ph idx="4294967295"/>
          </p:nvPr>
        </p:nvSpPr>
        <p:spPr>
          <a:xfrm>
            <a:off x="2362201" y="1773239"/>
            <a:ext cx="8054975" cy="4619625"/>
          </a:xfrm>
        </p:spPr>
        <p:txBody>
          <a:bodyPr/>
          <a:lstStyle/>
          <a:p>
            <a:pPr eaLnBrk="1" hangingPunct="1">
              <a:defRPr/>
            </a:pPr>
            <a:r>
              <a:rPr lang="en-GB" smtClean="0">
                <a:solidFill>
                  <a:srgbClr val="FF0000"/>
                </a:solidFill>
              </a:rPr>
              <a:t>Confidentiality</a:t>
            </a:r>
          </a:p>
          <a:p>
            <a:pPr lvl="1" eaLnBrk="1" hangingPunct="1">
              <a:defRPr/>
            </a:pPr>
            <a:r>
              <a:rPr lang="en-GB" smtClean="0">
                <a:solidFill>
                  <a:srgbClr val="000000"/>
                </a:solidFill>
                <a:effectLst>
                  <a:outerShdw blurRad="38100" dist="38100" dir="2700000" algn="tl">
                    <a:srgbClr val="FFFFFF"/>
                  </a:outerShdw>
                </a:effectLst>
              </a:rPr>
              <a:t>Making sure only those authorised can see data</a:t>
            </a:r>
          </a:p>
          <a:p>
            <a:pPr eaLnBrk="1" hangingPunct="1">
              <a:defRPr/>
            </a:pPr>
            <a:r>
              <a:rPr lang="en-GB" smtClean="0">
                <a:solidFill>
                  <a:srgbClr val="FF0000"/>
                </a:solidFill>
              </a:rPr>
              <a:t>Integrity</a:t>
            </a:r>
          </a:p>
          <a:p>
            <a:pPr lvl="1" eaLnBrk="1" hangingPunct="1">
              <a:defRPr/>
            </a:pPr>
            <a:r>
              <a:rPr lang="en-GB" smtClean="0">
                <a:solidFill>
                  <a:srgbClr val="000000"/>
                </a:solidFill>
                <a:effectLst>
                  <a:outerShdw blurRad="38100" dist="38100" dir="2700000" algn="tl">
                    <a:srgbClr val="FFFFFF"/>
                  </a:outerShdw>
                </a:effectLst>
              </a:rPr>
              <a:t>Making sure the data is accurate and not corrupted</a:t>
            </a:r>
          </a:p>
          <a:p>
            <a:pPr eaLnBrk="1" hangingPunct="1">
              <a:defRPr/>
            </a:pPr>
            <a:r>
              <a:rPr lang="en-GB" smtClean="0">
                <a:solidFill>
                  <a:srgbClr val="FF0000"/>
                </a:solidFill>
              </a:rPr>
              <a:t>Availability</a:t>
            </a:r>
          </a:p>
          <a:p>
            <a:pPr lvl="1" eaLnBrk="1" hangingPunct="1">
              <a:defRPr/>
            </a:pPr>
            <a:r>
              <a:rPr lang="en-GB" smtClean="0">
                <a:solidFill>
                  <a:srgbClr val="000000"/>
                </a:solidFill>
                <a:effectLst>
                  <a:outerShdw blurRad="38100" dist="38100" dir="2700000" algn="tl">
                    <a:srgbClr val="FFFFFF"/>
                  </a:outerShdw>
                </a:effectLst>
              </a:rPr>
              <a:t>Making sure data is supplied when it is requested</a:t>
            </a:r>
            <a:endParaRPr lang="en-US" smtClean="0">
              <a:solidFill>
                <a:srgbClr val="000000"/>
              </a:solidFill>
              <a:effectLst>
                <a:outerShdw blurRad="38100" dist="38100" dir="2700000" algn="tl">
                  <a:srgbClr val="FFFFFF"/>
                </a:outerShdw>
              </a:effectLst>
            </a:endParaRPr>
          </a:p>
        </p:txBody>
      </p:sp>
    </p:spTree>
    <p:extLst>
      <p:ext uri="{BB962C8B-B14F-4D97-AF65-F5344CB8AC3E}">
        <p14:creationId xmlns:p14="http://schemas.microsoft.com/office/powerpoint/2010/main" val="2971611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1981201" y="244475"/>
            <a:ext cx="8385175" cy="1168400"/>
          </a:xfrm>
        </p:spPr>
        <p:txBody>
          <a:bodyPr/>
          <a:lstStyle/>
          <a:p>
            <a:pPr eaLnBrk="1" hangingPunct="1">
              <a:defRPr/>
            </a:pPr>
            <a:r>
              <a:rPr lang="en-GB" sz="3600" b="1" dirty="0">
                <a:solidFill>
                  <a:srgbClr val="000000"/>
                </a:solidFill>
                <a:effectLst>
                  <a:outerShdw blurRad="38100" dist="38100" dir="2700000" algn="tl">
                    <a:srgbClr val="FFFFFF"/>
                  </a:outerShdw>
                </a:effectLst>
              </a:rPr>
              <a:t>P#5 – Availability Management</a:t>
            </a:r>
            <a:endParaRPr lang="en-US" sz="3600" b="1" dirty="0">
              <a:solidFill>
                <a:srgbClr val="000000"/>
              </a:solidFill>
              <a:effectLst>
                <a:outerShdw blurRad="38100" dist="38100" dir="2700000" algn="tl">
                  <a:srgbClr val="FFFFFF"/>
                </a:outerShdw>
              </a:effectLst>
            </a:endParaRPr>
          </a:p>
        </p:txBody>
      </p:sp>
      <p:sp>
        <p:nvSpPr>
          <p:cNvPr id="3" name="Content Placeholder 2"/>
          <p:cNvSpPr>
            <a:spLocks noGrp="1"/>
          </p:cNvSpPr>
          <p:nvPr>
            <p:ph idx="4294967295"/>
          </p:nvPr>
        </p:nvSpPr>
        <p:spPr/>
        <p:txBody>
          <a:bodyPr>
            <a:normAutofit/>
          </a:bodyPr>
          <a:lstStyle/>
          <a:p>
            <a:pPr eaLnBrk="1" hangingPunct="1">
              <a:lnSpc>
                <a:spcPct val="90000"/>
              </a:lnSpc>
              <a:defRPr/>
            </a:pPr>
            <a:r>
              <a:rPr lang="en-GB" smtClean="0">
                <a:solidFill>
                  <a:srgbClr val="000000"/>
                </a:solidFill>
                <a:effectLst>
                  <a:outerShdw blurRad="38100" dist="38100" dir="2700000" algn="tl">
                    <a:srgbClr val="FFFFFF"/>
                  </a:outerShdw>
                </a:effectLst>
              </a:rPr>
              <a:t>Ensure that IT services are available … minimum at the agreed targets</a:t>
            </a:r>
          </a:p>
          <a:p>
            <a:pPr eaLnBrk="1" hangingPunct="1">
              <a:lnSpc>
                <a:spcPct val="90000"/>
              </a:lnSpc>
              <a:defRPr/>
            </a:pPr>
            <a:r>
              <a:rPr lang="en-GB" smtClean="0">
                <a:solidFill>
                  <a:srgbClr val="000000"/>
                </a:solidFill>
                <a:effectLst>
                  <a:outerShdw blurRad="38100" dist="38100" dir="2700000" algn="tl">
                    <a:srgbClr val="FFFFFF"/>
                  </a:outerShdw>
                </a:effectLst>
              </a:rPr>
              <a:t>Lots of Acronyms</a:t>
            </a:r>
          </a:p>
          <a:p>
            <a:pPr lvl="1" eaLnBrk="1" hangingPunct="1">
              <a:lnSpc>
                <a:spcPct val="90000"/>
              </a:lnSpc>
              <a:defRPr/>
            </a:pPr>
            <a:r>
              <a:rPr lang="en-GB" smtClean="0">
                <a:solidFill>
                  <a:srgbClr val="000000"/>
                </a:solidFill>
                <a:effectLst>
                  <a:outerShdw blurRad="38100" dist="38100" dir="2700000" algn="tl">
                    <a:srgbClr val="FFFFFF"/>
                  </a:outerShdw>
                </a:effectLst>
              </a:rPr>
              <a:t>Mean Time Between Service Incidents</a:t>
            </a:r>
          </a:p>
          <a:p>
            <a:pPr lvl="1" eaLnBrk="1" hangingPunct="1">
              <a:lnSpc>
                <a:spcPct val="90000"/>
              </a:lnSpc>
              <a:defRPr/>
            </a:pPr>
            <a:r>
              <a:rPr lang="en-GB" smtClean="0">
                <a:solidFill>
                  <a:srgbClr val="000000"/>
                </a:solidFill>
                <a:effectLst>
                  <a:outerShdw blurRad="38100" dist="38100" dir="2700000" algn="tl">
                    <a:srgbClr val="FFFFFF"/>
                  </a:outerShdw>
                </a:effectLst>
              </a:rPr>
              <a:t>Mean Time Between Failures</a:t>
            </a:r>
          </a:p>
          <a:p>
            <a:pPr lvl="1" eaLnBrk="1" hangingPunct="1">
              <a:lnSpc>
                <a:spcPct val="90000"/>
              </a:lnSpc>
              <a:defRPr/>
            </a:pPr>
            <a:r>
              <a:rPr lang="en-GB" smtClean="0">
                <a:solidFill>
                  <a:srgbClr val="000000"/>
                </a:solidFill>
                <a:effectLst>
                  <a:outerShdw blurRad="38100" dist="38100" dir="2700000" algn="tl">
                    <a:srgbClr val="FFFFFF"/>
                  </a:outerShdw>
                </a:effectLst>
              </a:rPr>
              <a:t>Mean Time to Restore Service</a:t>
            </a:r>
          </a:p>
          <a:p>
            <a:pPr eaLnBrk="1" hangingPunct="1">
              <a:lnSpc>
                <a:spcPct val="90000"/>
              </a:lnSpc>
              <a:defRPr/>
            </a:pPr>
            <a:r>
              <a:rPr lang="en-GB" smtClean="0">
                <a:solidFill>
                  <a:srgbClr val="000000"/>
                </a:solidFill>
                <a:effectLst>
                  <a:outerShdw blurRad="38100" dist="38100" dir="2700000" algn="tl">
                    <a:srgbClr val="FFFFFF"/>
                  </a:outerShdw>
                </a:effectLst>
              </a:rPr>
              <a:t>Resilience increases availability</a:t>
            </a:r>
          </a:p>
          <a:p>
            <a:pPr lvl="1" eaLnBrk="1" hangingPunct="1">
              <a:lnSpc>
                <a:spcPct val="90000"/>
              </a:lnSpc>
              <a:defRPr/>
            </a:pPr>
            <a:r>
              <a:rPr lang="en-GB" smtClean="0">
                <a:solidFill>
                  <a:srgbClr val="000000"/>
                </a:solidFill>
                <a:effectLst>
                  <a:outerShdw blurRad="38100" dist="38100" dir="2700000" algn="tl">
                    <a:srgbClr val="FFFFFF"/>
                  </a:outerShdw>
                </a:effectLst>
              </a:rPr>
              <a:t>Service can remain functional even though one or more of its components have failed</a:t>
            </a:r>
            <a:endParaRPr lang="en-US" smtClean="0">
              <a:solidFill>
                <a:srgbClr val="000000"/>
              </a:solidFill>
              <a:effectLst>
                <a:outerShdw blurRad="38100" dist="38100" dir="2700000" algn="tl">
                  <a:srgbClr val="FFFFFF"/>
                </a:outerShdw>
              </a:effectLst>
            </a:endParaRPr>
          </a:p>
        </p:txBody>
      </p:sp>
    </p:spTree>
    <p:extLst>
      <p:ext uri="{BB962C8B-B14F-4D97-AF65-F5344CB8AC3E}">
        <p14:creationId xmlns:p14="http://schemas.microsoft.com/office/powerpoint/2010/main" val="1620675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idx="4294967295"/>
          </p:nvPr>
        </p:nvSpPr>
        <p:spPr>
          <a:xfrm>
            <a:off x="1981201" y="244475"/>
            <a:ext cx="8385175" cy="1168400"/>
          </a:xfrm>
        </p:spPr>
        <p:txBody>
          <a:bodyPr/>
          <a:lstStyle/>
          <a:p>
            <a:pPr eaLnBrk="1" hangingPunct="1">
              <a:defRPr/>
            </a:pPr>
            <a:r>
              <a:rPr lang="en-GB" b="1" dirty="0" smtClean="0">
                <a:solidFill>
                  <a:srgbClr val="000000"/>
                </a:solidFill>
                <a:effectLst>
                  <a:outerShdw blurRad="38100" dist="38100" dir="2700000" algn="tl">
                    <a:srgbClr val="FFFFFF"/>
                  </a:outerShdw>
                </a:effectLst>
              </a:rPr>
              <a:t>P#6 – ITS</a:t>
            </a:r>
            <a:r>
              <a:rPr lang="en-GB" b="1" dirty="0" smtClean="0">
                <a:solidFill>
                  <a:srgbClr val="FF0000"/>
                </a:solidFill>
              </a:rPr>
              <a:t>C</a:t>
            </a:r>
            <a:r>
              <a:rPr lang="en-GB" b="1" dirty="0" smtClean="0">
                <a:solidFill>
                  <a:srgbClr val="000000"/>
                </a:solidFill>
                <a:effectLst>
                  <a:outerShdw blurRad="38100" dist="38100" dir="2700000" algn="tl">
                    <a:srgbClr val="FFFFFF"/>
                  </a:outerShdw>
                </a:effectLst>
              </a:rPr>
              <a:t>M</a:t>
            </a:r>
            <a:endParaRPr lang="en-US" b="1" dirty="0" smtClean="0">
              <a:solidFill>
                <a:srgbClr val="000000"/>
              </a:solidFill>
              <a:effectLst>
                <a:outerShdw blurRad="38100" dist="38100" dir="2700000" algn="tl">
                  <a:srgbClr val="FFFFFF"/>
                </a:outerShdw>
              </a:effectLst>
            </a:endParaRPr>
          </a:p>
        </p:txBody>
      </p:sp>
      <p:sp>
        <p:nvSpPr>
          <p:cNvPr id="27651" name="Content Placeholder 2"/>
          <p:cNvSpPr>
            <a:spLocks noGrp="1"/>
          </p:cNvSpPr>
          <p:nvPr>
            <p:ph idx="4294967295"/>
          </p:nvPr>
        </p:nvSpPr>
        <p:spPr>
          <a:xfrm>
            <a:off x="2362200" y="1628776"/>
            <a:ext cx="7981950" cy="4824413"/>
          </a:xfrm>
        </p:spPr>
        <p:txBody>
          <a:bodyPr/>
          <a:lstStyle/>
          <a:p>
            <a:pPr eaLnBrk="1" hangingPunct="1">
              <a:defRPr/>
            </a:pPr>
            <a:r>
              <a:rPr lang="en-GB" b="1" smtClean="0">
                <a:solidFill>
                  <a:srgbClr val="000000"/>
                </a:solidFill>
                <a:effectLst>
                  <a:outerShdw blurRad="38100" dist="38100" dir="2700000" algn="tl">
                    <a:srgbClr val="FFFFFF"/>
                  </a:outerShdw>
                </a:effectLst>
              </a:rPr>
              <a:t>IT</a:t>
            </a:r>
            <a:r>
              <a:rPr lang="en-GB" smtClean="0">
                <a:solidFill>
                  <a:srgbClr val="000000"/>
                </a:solidFill>
                <a:effectLst>
                  <a:outerShdw blurRad="38100" dist="38100" dir="2700000" algn="tl">
                    <a:srgbClr val="FFFFFF"/>
                  </a:outerShdw>
                </a:effectLst>
              </a:rPr>
              <a:t> </a:t>
            </a:r>
            <a:r>
              <a:rPr lang="en-GB" b="1" smtClean="0">
                <a:solidFill>
                  <a:srgbClr val="000000"/>
                </a:solidFill>
                <a:effectLst>
                  <a:outerShdw blurRad="38100" dist="38100" dir="2700000" algn="tl">
                    <a:srgbClr val="FFFFFF"/>
                  </a:outerShdw>
                </a:effectLst>
              </a:rPr>
              <a:t>S</a:t>
            </a:r>
            <a:r>
              <a:rPr lang="en-GB" smtClean="0">
                <a:solidFill>
                  <a:srgbClr val="000000"/>
                </a:solidFill>
                <a:effectLst>
                  <a:outerShdw blurRad="38100" dist="38100" dir="2700000" algn="tl">
                    <a:srgbClr val="FFFFFF"/>
                  </a:outerShdw>
                </a:effectLst>
              </a:rPr>
              <a:t>ervice </a:t>
            </a:r>
            <a:r>
              <a:rPr lang="en-GB" b="1" smtClean="0">
                <a:solidFill>
                  <a:srgbClr val="FF0000"/>
                </a:solidFill>
              </a:rPr>
              <a:t>C</a:t>
            </a:r>
            <a:r>
              <a:rPr lang="en-GB" smtClean="0">
                <a:solidFill>
                  <a:srgbClr val="FF0000"/>
                </a:solidFill>
              </a:rPr>
              <a:t>ontinuity</a:t>
            </a:r>
            <a:r>
              <a:rPr lang="en-GB" smtClean="0">
                <a:solidFill>
                  <a:srgbClr val="000000"/>
                </a:solidFill>
                <a:effectLst>
                  <a:outerShdw blurRad="38100" dist="38100" dir="2700000" algn="tl">
                    <a:srgbClr val="FFFFFF"/>
                  </a:outerShdw>
                </a:effectLst>
              </a:rPr>
              <a:t> </a:t>
            </a:r>
            <a:r>
              <a:rPr lang="en-GB" b="1" smtClean="0">
                <a:solidFill>
                  <a:srgbClr val="000000"/>
                </a:solidFill>
                <a:effectLst>
                  <a:outerShdw blurRad="38100" dist="38100" dir="2700000" algn="tl">
                    <a:srgbClr val="FFFFFF"/>
                  </a:outerShdw>
                </a:effectLst>
              </a:rPr>
              <a:t>M</a:t>
            </a:r>
            <a:r>
              <a:rPr lang="en-GB" smtClean="0">
                <a:solidFill>
                  <a:srgbClr val="000000"/>
                </a:solidFill>
                <a:effectLst>
                  <a:outerShdw blurRad="38100" dist="38100" dir="2700000" algn="tl">
                    <a:srgbClr val="FFFFFF"/>
                  </a:outerShdw>
                </a:effectLst>
              </a:rPr>
              <a:t>anagement</a:t>
            </a:r>
          </a:p>
          <a:p>
            <a:pPr eaLnBrk="1" hangingPunct="1">
              <a:defRPr/>
            </a:pPr>
            <a:r>
              <a:rPr lang="en-GB" smtClean="0">
                <a:solidFill>
                  <a:srgbClr val="000000"/>
                </a:solidFill>
                <a:effectLst>
                  <a:outerShdw blurRad="38100" dist="38100" dir="2700000" algn="tl">
                    <a:srgbClr val="FFFFFF"/>
                  </a:outerShdw>
                </a:effectLst>
              </a:rPr>
              <a:t>Ensures resumption of services within agreed timescale</a:t>
            </a:r>
          </a:p>
          <a:p>
            <a:pPr eaLnBrk="1" hangingPunct="1">
              <a:defRPr/>
            </a:pPr>
            <a:r>
              <a:rPr lang="en-GB" smtClean="0">
                <a:solidFill>
                  <a:srgbClr val="FF0000"/>
                </a:solidFill>
              </a:rPr>
              <a:t>Business Impact Analysis</a:t>
            </a:r>
            <a:r>
              <a:rPr lang="en-GB" smtClean="0">
                <a:solidFill>
                  <a:srgbClr val="000000"/>
                </a:solidFill>
                <a:effectLst>
                  <a:outerShdw blurRad="38100" dist="38100" dir="2700000" algn="tl">
                    <a:srgbClr val="FFFFFF"/>
                  </a:outerShdw>
                </a:effectLst>
              </a:rPr>
              <a:t> informs decisions about resources</a:t>
            </a:r>
          </a:p>
          <a:p>
            <a:pPr lvl="1" eaLnBrk="1" hangingPunct="1">
              <a:defRPr/>
            </a:pPr>
            <a:r>
              <a:rPr lang="en-GB" smtClean="0">
                <a:solidFill>
                  <a:srgbClr val="000000"/>
                </a:solidFill>
                <a:effectLst>
                  <a:outerShdw blurRad="38100" dist="38100" dir="2700000" algn="tl">
                    <a:srgbClr val="FFFFFF"/>
                  </a:outerShdw>
                </a:effectLst>
              </a:rPr>
              <a:t>E.g. Stock Exchange can’t afford 5 minutes downtime but 2 hours downtime probably wont badly affect a departmental accounts office or a college bursary</a:t>
            </a:r>
            <a:endParaRPr lang="en-US" smtClean="0">
              <a:solidFill>
                <a:srgbClr val="000000"/>
              </a:solidFill>
              <a:effectLst>
                <a:outerShdw blurRad="38100" dist="38100" dir="2700000" algn="tl">
                  <a:srgbClr val="FFFFFF"/>
                </a:outerShdw>
              </a:effectLst>
            </a:endParaRPr>
          </a:p>
        </p:txBody>
      </p:sp>
    </p:spTree>
    <p:extLst>
      <p:ext uri="{BB962C8B-B14F-4D97-AF65-F5344CB8AC3E}">
        <p14:creationId xmlns:p14="http://schemas.microsoft.com/office/powerpoint/2010/main" val="10583514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idx="4294967295"/>
          </p:nvPr>
        </p:nvSpPr>
        <p:spPr/>
        <p:txBody>
          <a:bodyPr/>
          <a:lstStyle/>
          <a:p>
            <a:pPr eaLnBrk="1" hangingPunct="1">
              <a:defRPr/>
            </a:pPr>
            <a:r>
              <a:rPr lang="en-GB" b="1" dirty="0" smtClean="0">
                <a:solidFill>
                  <a:srgbClr val="000000"/>
                </a:solidFill>
                <a:effectLst>
                  <a:outerShdw blurRad="38100" dist="38100" dir="2700000" algn="tl">
                    <a:srgbClr val="FFFFFF"/>
                  </a:outerShdw>
                </a:effectLst>
              </a:rPr>
              <a:t>Standby for lift-off...</a:t>
            </a:r>
            <a:endParaRPr lang="en-US" b="1" dirty="0" smtClean="0">
              <a:solidFill>
                <a:srgbClr val="000000"/>
              </a:solidFill>
              <a:effectLst>
                <a:outerShdw blurRad="38100" dist="38100" dir="2700000" algn="tl">
                  <a:srgbClr val="FFFFFF"/>
                </a:outerShdw>
              </a:effectLst>
            </a:endParaRPr>
          </a:p>
        </p:txBody>
      </p:sp>
      <p:sp>
        <p:nvSpPr>
          <p:cNvPr id="28675" name="Content Placeholder 2"/>
          <p:cNvSpPr>
            <a:spLocks noGrp="1"/>
          </p:cNvSpPr>
          <p:nvPr>
            <p:ph idx="4294967295"/>
          </p:nvPr>
        </p:nvSpPr>
        <p:spPr/>
        <p:txBody>
          <a:bodyPr/>
          <a:lstStyle/>
          <a:p>
            <a:pPr eaLnBrk="1" hangingPunct="1"/>
            <a:r>
              <a:rPr lang="en-GB" altLang="en-US" dirty="0" smtClean="0">
                <a:solidFill>
                  <a:srgbClr val="FF0000"/>
                </a:solidFill>
              </a:rPr>
              <a:t>Cold</a:t>
            </a:r>
          </a:p>
          <a:p>
            <a:pPr lvl="1" eaLnBrk="1" hangingPunct="1"/>
            <a:r>
              <a:rPr lang="en-GB" altLang="en-US" dirty="0" smtClean="0">
                <a:solidFill>
                  <a:srgbClr val="000000"/>
                </a:solidFill>
                <a:effectLst>
                  <a:outerShdw blurRad="38100" dist="38100" dir="2700000" algn="tl">
                    <a:srgbClr val="FFFFFF"/>
                  </a:outerShdw>
                </a:effectLst>
              </a:rPr>
              <a:t>Accommodation and environment ready but no IT equipment  </a:t>
            </a:r>
            <a:r>
              <a:rPr lang="en-GB" altLang="en-US" dirty="0" smtClean="0">
                <a:solidFill>
                  <a:srgbClr val="000000"/>
                </a:solidFill>
                <a:effectLst>
                  <a:outerShdw blurRad="38100" dist="38100" dir="2700000" algn="tl">
                    <a:srgbClr val="FFFFFF"/>
                  </a:outerShdw>
                </a:effectLst>
                <a:sym typeface="Wingdings" panose="05000000000000000000" pitchFamily="2" charset="2"/>
              </a:rPr>
              <a:t>  … WEEKS</a:t>
            </a:r>
            <a:endParaRPr lang="en-GB" altLang="en-US" dirty="0" smtClean="0">
              <a:solidFill>
                <a:srgbClr val="000000"/>
              </a:solidFill>
              <a:effectLst>
                <a:outerShdw blurRad="38100" dist="38100" dir="2700000" algn="tl">
                  <a:srgbClr val="FFFFFF"/>
                </a:outerShdw>
              </a:effectLst>
            </a:endParaRPr>
          </a:p>
          <a:p>
            <a:pPr eaLnBrk="1" hangingPunct="1"/>
            <a:r>
              <a:rPr lang="en-GB" altLang="en-US" dirty="0" smtClean="0">
                <a:solidFill>
                  <a:srgbClr val="FF0000"/>
                </a:solidFill>
              </a:rPr>
              <a:t>Warm</a:t>
            </a:r>
          </a:p>
          <a:p>
            <a:pPr lvl="1" eaLnBrk="1" hangingPunct="1"/>
            <a:r>
              <a:rPr lang="en-GB" altLang="en-US" dirty="0" smtClean="0">
                <a:solidFill>
                  <a:srgbClr val="000000"/>
                </a:solidFill>
                <a:effectLst>
                  <a:outerShdw blurRad="38100" dist="38100" dir="2700000" algn="tl">
                    <a:srgbClr val="FFFFFF"/>
                  </a:outerShdw>
                </a:effectLst>
              </a:rPr>
              <a:t>As cold plus backup IT equipment to receive data  </a:t>
            </a:r>
            <a:r>
              <a:rPr lang="en-GB" altLang="en-US" dirty="0" smtClean="0">
                <a:solidFill>
                  <a:srgbClr val="000000"/>
                </a:solidFill>
                <a:effectLst>
                  <a:outerShdw blurRad="38100" dist="38100" dir="2700000" algn="tl">
                    <a:srgbClr val="FFFFFF"/>
                  </a:outerShdw>
                </a:effectLst>
                <a:sym typeface="Wingdings" panose="05000000000000000000" pitchFamily="2" charset="2"/>
              </a:rPr>
              <a:t>  … 24 </a:t>
            </a:r>
            <a:r>
              <a:rPr lang="en-GB" altLang="en-US" dirty="0" smtClean="0">
                <a:solidFill>
                  <a:srgbClr val="000000"/>
                </a:solidFill>
                <a:effectLst>
                  <a:outerShdw blurRad="38100" dist="38100" dir="2700000" algn="tl">
                    <a:srgbClr val="FFFFFF"/>
                  </a:outerShdw>
                </a:effectLst>
                <a:sym typeface="Symbol" panose="05050102010706020507" pitchFamily="18" charset="2"/>
              </a:rPr>
              <a:t> </a:t>
            </a:r>
            <a:r>
              <a:rPr lang="en-GB" altLang="en-US" dirty="0" smtClean="0">
                <a:solidFill>
                  <a:srgbClr val="000000"/>
                </a:solidFill>
                <a:effectLst>
                  <a:outerShdw blurRad="38100" dist="38100" dir="2700000" algn="tl">
                    <a:srgbClr val="FFFFFF"/>
                  </a:outerShdw>
                </a:effectLst>
                <a:sym typeface="Wingdings" panose="05000000000000000000" pitchFamily="2" charset="2"/>
              </a:rPr>
              <a:t>48 HOURS</a:t>
            </a:r>
            <a:endParaRPr lang="en-GB" altLang="en-US" dirty="0" smtClean="0">
              <a:solidFill>
                <a:srgbClr val="000000"/>
              </a:solidFill>
              <a:effectLst>
                <a:outerShdw blurRad="38100" dist="38100" dir="2700000" algn="tl">
                  <a:srgbClr val="FFFFFF"/>
                </a:outerShdw>
              </a:effectLst>
            </a:endParaRPr>
          </a:p>
          <a:p>
            <a:pPr eaLnBrk="1" hangingPunct="1"/>
            <a:r>
              <a:rPr lang="en-GB" altLang="en-US" dirty="0" smtClean="0">
                <a:solidFill>
                  <a:srgbClr val="FF0000"/>
                </a:solidFill>
              </a:rPr>
              <a:t>Hot</a:t>
            </a:r>
          </a:p>
          <a:p>
            <a:pPr lvl="1" eaLnBrk="1" hangingPunct="1"/>
            <a:r>
              <a:rPr lang="en-GB" altLang="en-US" dirty="0" smtClean="0">
                <a:solidFill>
                  <a:srgbClr val="000000"/>
                </a:solidFill>
                <a:effectLst>
                  <a:outerShdw blurRad="38100" dist="38100" dir="2700000" algn="tl">
                    <a:srgbClr val="FFFFFF"/>
                  </a:outerShdw>
                </a:effectLst>
              </a:rPr>
              <a:t>Full duplexing, redundancy and failover  </a:t>
            </a:r>
            <a:r>
              <a:rPr lang="en-GB" altLang="en-US" dirty="0" smtClean="0">
                <a:solidFill>
                  <a:srgbClr val="000000"/>
                </a:solidFill>
                <a:effectLst>
                  <a:outerShdw blurRad="38100" dist="38100" dir="2700000" algn="tl">
                    <a:srgbClr val="FFFFFF"/>
                  </a:outerShdw>
                </a:effectLst>
                <a:sym typeface="Wingdings" panose="05000000000000000000" pitchFamily="2" charset="2"/>
              </a:rPr>
              <a:t>  … MINUTES </a:t>
            </a:r>
            <a:r>
              <a:rPr lang="en-GB" altLang="en-US" dirty="0" smtClean="0">
                <a:solidFill>
                  <a:srgbClr val="000000"/>
                </a:solidFill>
                <a:effectLst>
                  <a:outerShdw blurRad="38100" dist="38100" dir="2700000" algn="tl">
                    <a:srgbClr val="FFFFFF"/>
                  </a:outerShdw>
                </a:effectLst>
                <a:sym typeface="Symbol" panose="05050102010706020507" pitchFamily="18" charset="2"/>
              </a:rPr>
              <a:t></a:t>
            </a:r>
            <a:r>
              <a:rPr lang="en-GB" altLang="en-US" dirty="0" smtClean="0">
                <a:solidFill>
                  <a:srgbClr val="000000"/>
                </a:solidFill>
                <a:effectLst>
                  <a:outerShdw blurRad="38100" dist="38100" dir="2700000" algn="tl">
                    <a:srgbClr val="FFFFFF"/>
                  </a:outerShdw>
                </a:effectLst>
                <a:sym typeface="Wingdings" panose="05000000000000000000" pitchFamily="2" charset="2"/>
              </a:rPr>
              <a:t> COUPLE of HOURS</a:t>
            </a:r>
            <a:endParaRPr lang="en-US" altLang="en-US" dirty="0" smtClean="0">
              <a:solidFill>
                <a:srgbClr val="000000"/>
              </a:solidFill>
              <a:effectLst>
                <a:outerShdw blurRad="38100" dist="38100" dir="2700000" algn="tl">
                  <a:srgbClr val="FFFFFF"/>
                </a:outerShdw>
              </a:effectLst>
              <a:sym typeface="Wingdings" panose="05000000000000000000" pitchFamily="2" charset="2"/>
            </a:endParaRPr>
          </a:p>
        </p:txBody>
      </p:sp>
    </p:spTree>
    <p:extLst>
      <p:ext uri="{BB962C8B-B14F-4D97-AF65-F5344CB8AC3E}">
        <p14:creationId xmlns:p14="http://schemas.microsoft.com/office/powerpoint/2010/main" val="17717204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p:cNvSpPr>
            <a:spLocks noGrp="1"/>
          </p:cNvSpPr>
          <p:nvPr>
            <p:ph type="title" idx="4294967295"/>
          </p:nvPr>
        </p:nvSpPr>
        <p:spPr/>
        <p:txBody>
          <a:bodyPr/>
          <a:lstStyle/>
          <a:p>
            <a:pPr eaLnBrk="1" hangingPunct="1">
              <a:defRPr/>
            </a:pPr>
            <a:r>
              <a:rPr lang="en-GB" smtClean="0"/>
              <a:t>… not to be confused …</a:t>
            </a:r>
            <a:endParaRPr lang="en-US" smtClean="0"/>
          </a:p>
        </p:txBody>
      </p:sp>
      <p:sp>
        <p:nvSpPr>
          <p:cNvPr id="125955" name="Content Placeholder 2"/>
          <p:cNvSpPr>
            <a:spLocks noGrp="1"/>
          </p:cNvSpPr>
          <p:nvPr>
            <p:ph idx="4294967295"/>
          </p:nvPr>
        </p:nvSpPr>
        <p:spPr>
          <a:xfrm>
            <a:off x="2362200" y="1285875"/>
            <a:ext cx="7766050" cy="5113338"/>
          </a:xfrm>
        </p:spPr>
        <p:txBody>
          <a:bodyPr/>
          <a:lstStyle/>
          <a:p>
            <a:pPr eaLnBrk="1" hangingPunct="1"/>
            <a:r>
              <a:rPr lang="en-GB" altLang="en-US" smtClean="0">
                <a:solidFill>
                  <a:srgbClr val="FF0000"/>
                </a:solidFill>
              </a:rPr>
              <a:t>Availability Management</a:t>
            </a:r>
          </a:p>
          <a:p>
            <a:pPr lvl="1" eaLnBrk="1" hangingPunct="1"/>
            <a:r>
              <a:rPr lang="en-GB" altLang="en-US" sz="2000"/>
              <a:t>The process that defines SLA on IT Services availability and provides their compliance</a:t>
            </a:r>
          </a:p>
          <a:p>
            <a:pPr eaLnBrk="1" hangingPunct="1"/>
            <a:r>
              <a:rPr lang="en-GB" altLang="en-US" smtClean="0">
                <a:solidFill>
                  <a:srgbClr val="FF0000"/>
                </a:solidFill>
              </a:rPr>
              <a:t>Continuity Management</a:t>
            </a:r>
          </a:p>
          <a:p>
            <a:pPr lvl="1" eaLnBrk="1" hangingPunct="1"/>
            <a:r>
              <a:rPr lang="en-GB" altLang="en-US" sz="2000"/>
              <a:t>The process by which </a:t>
            </a:r>
            <a:r>
              <a:rPr lang="en-GB" altLang="en-US" sz="2000" b="1"/>
              <a:t>PROACTIVE</a:t>
            </a:r>
            <a:r>
              <a:rPr lang="en-GB" altLang="en-US" sz="2000"/>
              <a:t> measures are put in place and managed to ensure that IT Services can continue </a:t>
            </a:r>
            <a:r>
              <a:rPr lang="en-GB" altLang="en-US" sz="2000" b="1"/>
              <a:t>should</a:t>
            </a:r>
            <a:r>
              <a:rPr lang="en-GB" altLang="en-US" sz="2000"/>
              <a:t> an incident occur</a:t>
            </a:r>
          </a:p>
          <a:p>
            <a:pPr eaLnBrk="1" hangingPunct="1"/>
            <a:r>
              <a:rPr lang="en-GB" altLang="en-US" smtClean="0">
                <a:solidFill>
                  <a:srgbClr val="FF0000"/>
                </a:solidFill>
              </a:rPr>
              <a:t>Disaster Recovery</a:t>
            </a:r>
          </a:p>
          <a:p>
            <a:pPr lvl="1" eaLnBrk="1" hangingPunct="1"/>
            <a:r>
              <a:rPr lang="en-GB" altLang="en-US" sz="2000"/>
              <a:t>A set of </a:t>
            </a:r>
            <a:r>
              <a:rPr lang="en-GB" altLang="en-US" sz="2000" b="1"/>
              <a:t>REACTIVE</a:t>
            </a:r>
            <a:r>
              <a:rPr lang="en-GB" altLang="en-US" sz="2000"/>
              <a:t> processes activated to recover IT Services </a:t>
            </a:r>
            <a:r>
              <a:rPr lang="en-GB" altLang="en-US" sz="2000" b="1"/>
              <a:t>after</a:t>
            </a:r>
            <a:r>
              <a:rPr lang="en-GB" altLang="en-US" sz="2000"/>
              <a:t> a serious incident has occurred</a:t>
            </a:r>
          </a:p>
          <a:p>
            <a:pPr eaLnBrk="1" hangingPunct="1"/>
            <a:r>
              <a:rPr lang="en-GB" altLang="en-US" smtClean="0">
                <a:solidFill>
                  <a:srgbClr val="FF0000"/>
                </a:solidFill>
              </a:rPr>
              <a:t>Contingency Plan</a:t>
            </a:r>
          </a:p>
          <a:p>
            <a:pPr lvl="1" eaLnBrk="1" hangingPunct="1"/>
            <a:r>
              <a:rPr lang="en-GB" altLang="en-US" sz="2000"/>
              <a:t>A set of </a:t>
            </a:r>
            <a:r>
              <a:rPr lang="en-GB" altLang="en-US" sz="2000" b="1"/>
              <a:t>business</a:t>
            </a:r>
            <a:r>
              <a:rPr lang="en-GB" altLang="en-US" sz="2000"/>
              <a:t> emergency procedures to be used during missing or severe defecting IT Services</a:t>
            </a:r>
            <a:endParaRPr lang="en-US" altLang="en-US" sz="2000"/>
          </a:p>
        </p:txBody>
      </p:sp>
    </p:spTree>
    <p:extLst>
      <p:ext uri="{BB962C8B-B14F-4D97-AF65-F5344CB8AC3E}">
        <p14:creationId xmlns:p14="http://schemas.microsoft.com/office/powerpoint/2010/main" val="172008991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idx="4294967295"/>
          </p:nvPr>
        </p:nvSpPr>
        <p:spPr>
          <a:xfrm>
            <a:off x="1992314" y="260351"/>
            <a:ext cx="8385175" cy="1008063"/>
          </a:xfrm>
        </p:spPr>
        <p:txBody>
          <a:bodyPr/>
          <a:lstStyle/>
          <a:p>
            <a:pPr eaLnBrk="1" hangingPunct="1">
              <a:defRPr/>
            </a:pPr>
            <a:r>
              <a:rPr lang="en-GB" sz="4000" b="1" dirty="0">
                <a:solidFill>
                  <a:srgbClr val="000000"/>
                </a:solidFill>
                <a:effectLst>
                  <a:outerShdw blurRad="38100" dist="38100" dir="2700000" algn="tl">
                    <a:srgbClr val="FFFFFF"/>
                  </a:outerShdw>
                </a:effectLst>
              </a:rPr>
              <a:t>P#7 – Supplier Management</a:t>
            </a:r>
            <a:endParaRPr lang="en-US" sz="4000" b="1" dirty="0">
              <a:solidFill>
                <a:srgbClr val="000000"/>
              </a:solidFill>
              <a:effectLst>
                <a:outerShdw blurRad="38100" dist="38100" dir="2700000" algn="tl">
                  <a:srgbClr val="FFFFFF"/>
                </a:outerShdw>
              </a:effectLst>
            </a:endParaRPr>
          </a:p>
        </p:txBody>
      </p:sp>
      <p:sp>
        <p:nvSpPr>
          <p:cNvPr id="107523" name="Content Placeholder 2"/>
          <p:cNvSpPr>
            <a:spLocks noGrp="1"/>
          </p:cNvSpPr>
          <p:nvPr>
            <p:ph idx="4294967295"/>
          </p:nvPr>
        </p:nvSpPr>
        <p:spPr>
          <a:xfrm>
            <a:off x="2063750" y="1339851"/>
            <a:ext cx="8280400" cy="5184775"/>
          </a:xfrm>
        </p:spPr>
        <p:txBody>
          <a:bodyPr/>
          <a:lstStyle/>
          <a:p>
            <a:pPr eaLnBrk="1" hangingPunct="1">
              <a:defRPr/>
            </a:pPr>
            <a:r>
              <a:rPr lang="en-GB" sz="3600">
                <a:solidFill>
                  <a:srgbClr val="000000"/>
                </a:solidFill>
                <a:effectLst>
                  <a:outerShdw blurRad="38100" dist="38100" dir="2700000" algn="tl">
                    <a:srgbClr val="FFFFFF"/>
                  </a:outerShdw>
                </a:effectLst>
              </a:rPr>
              <a:t>To ensure that all </a:t>
            </a:r>
            <a:r>
              <a:rPr lang="en-GB" sz="3600">
                <a:solidFill>
                  <a:srgbClr val="FF0000"/>
                </a:solidFill>
              </a:rPr>
              <a:t>contracts</a:t>
            </a:r>
            <a:r>
              <a:rPr lang="en-GB" sz="3600">
                <a:solidFill>
                  <a:srgbClr val="000000"/>
                </a:solidFill>
                <a:effectLst>
                  <a:outerShdw blurRad="38100" dist="38100" dir="2700000" algn="tl">
                    <a:srgbClr val="FFFFFF"/>
                  </a:outerShdw>
                </a:effectLst>
              </a:rPr>
              <a:t> with </a:t>
            </a:r>
            <a:r>
              <a:rPr lang="en-GB" sz="3600">
                <a:solidFill>
                  <a:srgbClr val="FF0000"/>
                </a:solidFill>
              </a:rPr>
              <a:t>suppliers</a:t>
            </a:r>
            <a:r>
              <a:rPr lang="en-GB" sz="3600">
                <a:solidFill>
                  <a:srgbClr val="000000"/>
                </a:solidFill>
                <a:effectLst>
                  <a:outerShdw blurRad="38100" dist="38100" dir="2700000" algn="tl">
                    <a:srgbClr val="FFFFFF"/>
                  </a:outerShdw>
                </a:effectLst>
              </a:rPr>
              <a:t> support the needs of the business, and that all suppliers meet their contractual </a:t>
            </a:r>
            <a:r>
              <a:rPr lang="en-GB" sz="3600">
                <a:solidFill>
                  <a:srgbClr val="FF0000"/>
                </a:solidFill>
              </a:rPr>
              <a:t>commitments</a:t>
            </a:r>
            <a:r>
              <a:rPr lang="en-GB" sz="3600">
                <a:solidFill>
                  <a:srgbClr val="000000"/>
                </a:solidFill>
                <a:effectLst>
                  <a:outerShdw blurRad="38100" dist="38100" dir="2700000" algn="tl">
                    <a:srgbClr val="FFFFFF"/>
                  </a:outerShdw>
                </a:effectLst>
              </a:rPr>
              <a:t>:</a:t>
            </a:r>
            <a:endParaRPr lang="en-GB" smtClean="0">
              <a:solidFill>
                <a:srgbClr val="000000"/>
              </a:solidFill>
              <a:effectLst>
                <a:outerShdw blurRad="38100" dist="38100" dir="2700000" algn="tl">
                  <a:srgbClr val="FFFFFF"/>
                </a:outerShdw>
              </a:effectLst>
            </a:endParaRPr>
          </a:p>
          <a:p>
            <a:pPr lvl="1" eaLnBrk="1" hangingPunct="1">
              <a:defRPr/>
            </a:pPr>
            <a:r>
              <a:rPr lang="en-GB">
                <a:solidFill>
                  <a:srgbClr val="000000"/>
                </a:solidFill>
                <a:effectLst>
                  <a:outerShdw blurRad="38100" dist="38100" dir="2700000" algn="tl">
                    <a:srgbClr val="FFFFFF"/>
                  </a:outerShdw>
                </a:effectLst>
              </a:rPr>
              <a:t>Providing the Supplier Management Framework </a:t>
            </a:r>
          </a:p>
          <a:p>
            <a:pPr lvl="1" eaLnBrk="1" hangingPunct="1">
              <a:defRPr/>
            </a:pPr>
            <a:r>
              <a:rPr lang="en-GB">
                <a:solidFill>
                  <a:srgbClr val="000000"/>
                </a:solidFill>
                <a:effectLst>
                  <a:outerShdw blurRad="38100" dist="38100" dir="2700000" algn="tl">
                    <a:srgbClr val="FFFFFF"/>
                  </a:outerShdw>
                </a:effectLst>
              </a:rPr>
              <a:t>Evaluation of New Suppliers and Contracts </a:t>
            </a:r>
          </a:p>
          <a:p>
            <a:pPr lvl="1" eaLnBrk="1" hangingPunct="1">
              <a:defRPr/>
            </a:pPr>
            <a:r>
              <a:rPr lang="en-GB">
                <a:solidFill>
                  <a:srgbClr val="000000"/>
                </a:solidFill>
                <a:effectLst>
                  <a:outerShdw blurRad="38100" dist="38100" dir="2700000" algn="tl">
                    <a:srgbClr val="FFFFFF"/>
                  </a:outerShdw>
                </a:effectLst>
              </a:rPr>
              <a:t>Establishing New Suppliers and Contracts </a:t>
            </a:r>
          </a:p>
          <a:p>
            <a:pPr lvl="1" eaLnBrk="1" hangingPunct="1">
              <a:defRPr/>
            </a:pPr>
            <a:r>
              <a:rPr lang="en-GB">
                <a:solidFill>
                  <a:srgbClr val="000000"/>
                </a:solidFill>
                <a:effectLst>
                  <a:outerShdw blurRad="38100" dist="38100" dir="2700000" algn="tl">
                    <a:srgbClr val="FFFFFF"/>
                  </a:outerShdw>
                </a:effectLst>
              </a:rPr>
              <a:t>Processing of Standard Orders </a:t>
            </a:r>
          </a:p>
          <a:p>
            <a:pPr lvl="1" eaLnBrk="1" hangingPunct="1">
              <a:defRPr/>
            </a:pPr>
            <a:r>
              <a:rPr lang="en-GB">
                <a:solidFill>
                  <a:srgbClr val="000000"/>
                </a:solidFill>
                <a:effectLst>
                  <a:outerShdw blurRad="38100" dist="38100" dir="2700000" algn="tl">
                    <a:srgbClr val="FFFFFF"/>
                  </a:outerShdw>
                </a:effectLst>
              </a:rPr>
              <a:t>Supplier and Contract Review </a:t>
            </a:r>
          </a:p>
          <a:p>
            <a:pPr lvl="1" eaLnBrk="1" hangingPunct="1">
              <a:defRPr/>
            </a:pPr>
            <a:r>
              <a:rPr lang="en-GB">
                <a:solidFill>
                  <a:srgbClr val="000000"/>
                </a:solidFill>
                <a:effectLst>
                  <a:outerShdw blurRad="38100" dist="38100" dir="2700000" algn="tl">
                    <a:srgbClr val="FFFFFF"/>
                  </a:outerShdw>
                </a:effectLst>
              </a:rPr>
              <a:t>Contract Renewal or Termination </a:t>
            </a:r>
          </a:p>
        </p:txBody>
      </p:sp>
    </p:spTree>
    <p:extLst>
      <p:ext uri="{BB962C8B-B14F-4D97-AF65-F5344CB8AC3E}">
        <p14:creationId xmlns:p14="http://schemas.microsoft.com/office/powerpoint/2010/main" val="31431246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1AB6-0E48-4148-83B7-FE7E844A6928}"/>
              </a:ext>
            </a:extLst>
          </p:cNvPr>
          <p:cNvSpPr>
            <a:spLocks noGrp="1"/>
          </p:cNvSpPr>
          <p:nvPr>
            <p:ph type="title"/>
          </p:nvPr>
        </p:nvSpPr>
        <p:spPr>
          <a:xfrm>
            <a:off x="838199" y="365125"/>
            <a:ext cx="10877551" cy="609398"/>
          </a:xfrm>
        </p:spPr>
        <p:txBody>
          <a:bodyPr/>
          <a:lstStyle/>
          <a:p>
            <a:r>
              <a:rPr lang="en-US" dirty="0"/>
              <a:t>Service </a:t>
            </a:r>
            <a:r>
              <a:rPr lang="en-US" dirty="0" smtClean="0"/>
              <a:t>Transition Process</a:t>
            </a:r>
            <a:endParaRPr lang="en-US" dirty="0"/>
          </a:p>
        </p:txBody>
      </p:sp>
      <p:sp>
        <p:nvSpPr>
          <p:cNvPr id="28" name="Pentagon 4">
            <a:extLst>
              <a:ext uri="{FF2B5EF4-FFF2-40B4-BE49-F238E27FC236}">
                <a16:creationId xmlns:a16="http://schemas.microsoft.com/office/drawing/2014/main" id="{0339816E-D477-465D-A636-6302EF574DA2}"/>
              </a:ext>
            </a:extLst>
          </p:cNvPr>
          <p:cNvSpPr/>
          <p:nvPr/>
        </p:nvSpPr>
        <p:spPr>
          <a:xfrm>
            <a:off x="534072" y="1223322"/>
            <a:ext cx="2854344" cy="673375"/>
          </a:xfrm>
          <a:prstGeom prst="homePlate">
            <a:avLst/>
          </a:prstGeom>
          <a:solidFill>
            <a:schemeClr val="hlink"/>
          </a:solidFill>
        </p:spPr>
        <p:txBody>
          <a:bodyPr vert="horz" wrap="square" lIns="0" tIns="0" rIns="0" bIns="0" rtlCol="0" anchor="ctr" anchorCtr="0">
            <a:noAutofit/>
          </a:bodyPr>
          <a:lstStyle/>
          <a:p>
            <a:pPr algn="ctr" defTabSz="1219140">
              <a:lnSpc>
                <a:spcPts val="2133"/>
              </a:lnSpc>
              <a:spcBef>
                <a:spcPts val="384"/>
              </a:spcBef>
              <a:spcAft>
                <a:spcPts val="400"/>
              </a:spcAft>
            </a:pPr>
            <a:r>
              <a:rPr lang="en-US" sz="1500" b="1" cap="all" spc="267" dirty="0">
                <a:solidFill>
                  <a:schemeClr val="bg1"/>
                </a:solidFill>
                <a:latin typeface="+mj-lt"/>
              </a:rPr>
              <a:t>PLANNING</a:t>
            </a:r>
          </a:p>
        </p:txBody>
      </p:sp>
      <p:sp>
        <p:nvSpPr>
          <p:cNvPr id="29" name="Chevron 5">
            <a:extLst>
              <a:ext uri="{FF2B5EF4-FFF2-40B4-BE49-F238E27FC236}">
                <a16:creationId xmlns:a16="http://schemas.microsoft.com/office/drawing/2014/main" id="{584D036F-6C06-4F24-B858-540C90684649}"/>
              </a:ext>
            </a:extLst>
          </p:cNvPr>
          <p:cNvSpPr/>
          <p:nvPr/>
        </p:nvSpPr>
        <p:spPr>
          <a:xfrm>
            <a:off x="3277245" y="1217929"/>
            <a:ext cx="2906369" cy="673375"/>
          </a:xfrm>
          <a:prstGeom prst="chevron">
            <a:avLst/>
          </a:prstGeom>
          <a:solidFill>
            <a:schemeClr val="hlink"/>
          </a:solidFill>
        </p:spPr>
        <p:txBody>
          <a:bodyPr vert="horz" wrap="square" lIns="0" tIns="0" rIns="0" bIns="0" rtlCol="0" anchor="ctr" anchorCtr="0">
            <a:noAutofit/>
          </a:bodyPr>
          <a:lstStyle/>
          <a:p>
            <a:pPr algn="ctr" defTabSz="1219140">
              <a:lnSpc>
                <a:spcPts val="2133"/>
              </a:lnSpc>
              <a:spcBef>
                <a:spcPts val="384"/>
              </a:spcBef>
              <a:spcAft>
                <a:spcPts val="400"/>
              </a:spcAft>
            </a:pPr>
            <a:r>
              <a:rPr lang="en-US" sz="1500" b="1" cap="all" spc="267" dirty="0">
                <a:solidFill>
                  <a:schemeClr val="bg1"/>
                </a:solidFill>
                <a:latin typeface="+mj-lt"/>
              </a:rPr>
              <a:t>KNOWLEDGE ACQUISITION </a:t>
            </a:r>
          </a:p>
        </p:txBody>
      </p:sp>
      <p:sp>
        <p:nvSpPr>
          <p:cNvPr id="30" name="Chevron 6">
            <a:extLst>
              <a:ext uri="{FF2B5EF4-FFF2-40B4-BE49-F238E27FC236}">
                <a16:creationId xmlns:a16="http://schemas.microsoft.com/office/drawing/2014/main" id="{64873E1B-4AB2-4A2D-A228-A08F4D407297}"/>
              </a:ext>
            </a:extLst>
          </p:cNvPr>
          <p:cNvSpPr/>
          <p:nvPr/>
        </p:nvSpPr>
        <p:spPr>
          <a:xfrm>
            <a:off x="6125933" y="1212535"/>
            <a:ext cx="2906369" cy="673375"/>
          </a:xfrm>
          <a:prstGeom prst="chevron">
            <a:avLst/>
          </a:prstGeom>
          <a:solidFill>
            <a:schemeClr val="hlink"/>
          </a:solidFill>
        </p:spPr>
        <p:txBody>
          <a:bodyPr vert="horz" wrap="square" lIns="0" tIns="0" rIns="0" bIns="0" rtlCol="0" anchor="ctr" anchorCtr="0">
            <a:noAutofit/>
          </a:bodyPr>
          <a:lstStyle/>
          <a:p>
            <a:pPr algn="ctr" defTabSz="1219140">
              <a:lnSpc>
                <a:spcPts val="2133"/>
              </a:lnSpc>
            </a:pPr>
            <a:r>
              <a:rPr lang="en-US" sz="1500" b="1" cap="all" spc="267" dirty="0">
                <a:solidFill>
                  <a:schemeClr val="bg1"/>
                </a:solidFill>
                <a:latin typeface="+mj-lt"/>
              </a:rPr>
              <a:t>SHADOWING</a:t>
            </a:r>
          </a:p>
          <a:p>
            <a:pPr algn="ctr" defTabSz="1219140">
              <a:lnSpc>
                <a:spcPts val="2133"/>
              </a:lnSpc>
            </a:pPr>
            <a:r>
              <a:rPr lang="en-US" sz="1500" b="1" cap="all" spc="267" dirty="0">
                <a:solidFill>
                  <a:schemeClr val="bg1"/>
                </a:solidFill>
                <a:latin typeface="+mj-lt"/>
              </a:rPr>
              <a:t>(RESERVE)</a:t>
            </a:r>
          </a:p>
        </p:txBody>
      </p:sp>
      <p:sp>
        <p:nvSpPr>
          <p:cNvPr id="31" name="Chevron 7">
            <a:extLst>
              <a:ext uri="{FF2B5EF4-FFF2-40B4-BE49-F238E27FC236}">
                <a16:creationId xmlns:a16="http://schemas.microsoft.com/office/drawing/2014/main" id="{584948B8-F893-465F-8EE1-6D5474164539}"/>
              </a:ext>
            </a:extLst>
          </p:cNvPr>
          <p:cNvSpPr/>
          <p:nvPr/>
        </p:nvSpPr>
        <p:spPr>
          <a:xfrm>
            <a:off x="8980252" y="1223322"/>
            <a:ext cx="2906369" cy="673375"/>
          </a:xfrm>
          <a:prstGeom prst="chevron">
            <a:avLst/>
          </a:prstGeom>
          <a:solidFill>
            <a:schemeClr val="hlink"/>
          </a:solidFill>
        </p:spPr>
        <p:txBody>
          <a:bodyPr vert="horz" wrap="square" lIns="0" tIns="0" rIns="0" bIns="0" rtlCol="0" anchor="ctr" anchorCtr="0">
            <a:noAutofit/>
          </a:bodyPr>
          <a:lstStyle/>
          <a:p>
            <a:pPr algn="ctr" defTabSz="1219140">
              <a:lnSpc>
                <a:spcPts val="2133"/>
              </a:lnSpc>
              <a:spcBef>
                <a:spcPts val="384"/>
              </a:spcBef>
              <a:spcAft>
                <a:spcPts val="400"/>
              </a:spcAft>
            </a:pPr>
            <a:r>
              <a:rPr lang="en-US" sz="1500" b="1" cap="all" spc="267" dirty="0">
                <a:solidFill>
                  <a:schemeClr val="bg1"/>
                </a:solidFill>
                <a:latin typeface="+mj-lt"/>
              </a:rPr>
              <a:t>SERVICE OWNERSHIP</a:t>
            </a:r>
          </a:p>
        </p:txBody>
      </p:sp>
      <p:sp>
        <p:nvSpPr>
          <p:cNvPr id="34" name="TextBox 33">
            <a:extLst>
              <a:ext uri="{FF2B5EF4-FFF2-40B4-BE49-F238E27FC236}">
                <a16:creationId xmlns:a16="http://schemas.microsoft.com/office/drawing/2014/main" id="{DD951411-B815-4F55-B6B3-F7851E068969}"/>
              </a:ext>
            </a:extLst>
          </p:cNvPr>
          <p:cNvSpPr txBox="1"/>
          <p:nvPr/>
        </p:nvSpPr>
        <p:spPr>
          <a:xfrm>
            <a:off x="3252529" y="2008311"/>
            <a:ext cx="2956668" cy="4731493"/>
          </a:xfrm>
          <a:prstGeom prst="rect">
            <a:avLst/>
          </a:prstGeom>
          <a:noFill/>
        </p:spPr>
        <p:txBody>
          <a:bodyPr wrap="square" lIns="121920" tIns="0" rIns="0" bIns="0" rtlCol="0">
            <a:noAutofit/>
          </a:bodyPr>
          <a:lstStyle>
            <a:defPPr>
              <a:defRPr lang="en-US"/>
            </a:defPPr>
            <a:lvl1pPr marL="182880" indent="-182880">
              <a:buClr>
                <a:schemeClr val="accent2"/>
              </a:buClr>
              <a:buFont typeface="Arial" panose="020B0604020202020204" pitchFamily="34" charset="0"/>
              <a:buChar char="•"/>
              <a:defRPr sz="1200"/>
            </a:lvl1pPr>
          </a:lstStyle>
          <a:p>
            <a:pPr>
              <a:lnSpc>
                <a:spcPct val="115000"/>
              </a:lnSpc>
            </a:pPr>
            <a:r>
              <a:rPr lang="en-US"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Overview of systems and architecture attributes </a:t>
            </a:r>
          </a:p>
          <a:p>
            <a:pPr>
              <a:spcAft>
                <a:spcPts val="400"/>
              </a:spcAft>
              <a:buNone/>
            </a:pPr>
            <a:r>
              <a:rPr lang="en-GB" dirty="0">
                <a:solidFill>
                  <a:srgbClr val="464547"/>
                </a:solidFill>
                <a:latin typeface="Calibri" panose="020F0502020204030204" pitchFamily="34" charset="0"/>
                <a:ea typeface="Calibri" panose="020F0502020204030204" pitchFamily="34" charset="0"/>
                <a:cs typeface="Times New Roman" panose="02020603050405020304" pitchFamily="18" charset="0"/>
              </a:rPr>
              <a:t>       Service Areas overview, gaps identification, backfill missing data in documentation</a:t>
            </a:r>
          </a:p>
          <a:p>
            <a:pPr>
              <a:lnSpc>
                <a:spcPct val="115000"/>
              </a:lnSpc>
            </a:pPr>
            <a:r>
              <a:rPr lang="en-GB"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Communication and escalation points establishing</a:t>
            </a:r>
          </a:p>
          <a:p>
            <a:pPr>
              <a:spcAft>
                <a:spcPts val="400"/>
              </a:spcAft>
              <a:buNone/>
            </a:pPr>
            <a:r>
              <a:rPr lang="en-GB" dirty="0">
                <a:solidFill>
                  <a:srgbClr val="464547"/>
                </a:solidFill>
                <a:latin typeface="Calibri" panose="020F0502020204030204" pitchFamily="34" charset="0"/>
                <a:ea typeface="Calibri" panose="020F0502020204030204" pitchFamily="34" charset="0"/>
                <a:cs typeface="Times New Roman" panose="02020603050405020304" pitchFamily="18" charset="0"/>
              </a:rPr>
              <a:t>       Create communication matrix, define the escalation points</a:t>
            </a:r>
          </a:p>
          <a:p>
            <a:pPr>
              <a:lnSpc>
                <a:spcPct val="115000"/>
              </a:lnSpc>
            </a:pPr>
            <a:r>
              <a:rPr lang="en-US"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Acquaintance with ticket processing workflow </a:t>
            </a:r>
          </a:p>
          <a:p>
            <a:pPr>
              <a:spcAft>
                <a:spcPts val="400"/>
              </a:spcAft>
              <a:buNone/>
            </a:pPr>
            <a:r>
              <a:rPr lang="en-US" dirty="0">
                <a:solidFill>
                  <a:srgbClr val="464547"/>
                </a:solidFill>
                <a:latin typeface="Calibri" panose="020F0502020204030204" pitchFamily="34" charset="0"/>
                <a:ea typeface="Calibri" panose="020F0502020204030204" pitchFamily="34" charset="0"/>
                <a:cs typeface="Times New Roman" panose="02020603050405020304" pitchFamily="18" charset="0"/>
              </a:rPr>
              <a:t>       Ticket Processing Workflow description, ITSM Tool usage guidelines creation</a:t>
            </a:r>
          </a:p>
          <a:p>
            <a:r>
              <a:rPr lang="en-US"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Ticket backlog and history review</a:t>
            </a:r>
          </a:p>
          <a:p>
            <a:pPr>
              <a:spcAft>
                <a:spcPts val="400"/>
              </a:spcAft>
              <a:buNone/>
            </a:pPr>
            <a:r>
              <a:rPr lang="en-US" dirty="0">
                <a:solidFill>
                  <a:srgbClr val="464547"/>
                </a:solidFill>
                <a:latin typeface="Calibri" panose="020F0502020204030204" pitchFamily="34" charset="0"/>
                <a:ea typeface="Calibri" panose="020F0502020204030204" pitchFamily="34" charset="0"/>
                <a:cs typeface="Times New Roman" panose="02020603050405020304" pitchFamily="18" charset="0"/>
              </a:rPr>
              <a:t>       Draft issues classification with breakdown by categories and types, define criteria for issues classification</a:t>
            </a:r>
          </a:p>
          <a:p>
            <a:pPr>
              <a:lnSpc>
                <a:spcPct val="115000"/>
              </a:lnSpc>
            </a:pPr>
            <a:r>
              <a:rPr lang="en-US"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Analyze run book(s) and internal project documentation</a:t>
            </a:r>
          </a:p>
          <a:p>
            <a:pPr>
              <a:buNone/>
            </a:pPr>
            <a:r>
              <a:rPr lang="en-US" dirty="0">
                <a:solidFill>
                  <a:srgbClr val="464547"/>
                </a:solidFill>
                <a:latin typeface="Calibri" panose="020F0502020204030204" pitchFamily="34" charset="0"/>
                <a:ea typeface="Calibri" panose="020F0502020204030204" pitchFamily="34" charset="0"/>
                <a:cs typeface="Times New Roman" panose="02020603050405020304" pitchFamily="18" charset="0"/>
              </a:rPr>
              <a:t>       Technical Instructions and KB articles with step-by-step guides on performing various kinds of tasks defined in scope</a:t>
            </a:r>
          </a:p>
        </p:txBody>
      </p:sp>
      <p:sp>
        <p:nvSpPr>
          <p:cNvPr id="35" name="TextBox 34">
            <a:extLst>
              <a:ext uri="{FF2B5EF4-FFF2-40B4-BE49-F238E27FC236}">
                <a16:creationId xmlns:a16="http://schemas.microsoft.com/office/drawing/2014/main" id="{E83B2606-9E24-4E3C-9A12-FFE467B59829}"/>
              </a:ext>
            </a:extLst>
          </p:cNvPr>
          <p:cNvSpPr txBox="1"/>
          <p:nvPr/>
        </p:nvSpPr>
        <p:spPr>
          <a:xfrm>
            <a:off x="9032302" y="2012275"/>
            <a:ext cx="2683449" cy="2060964"/>
          </a:xfrm>
          <a:prstGeom prst="rect">
            <a:avLst/>
          </a:prstGeom>
          <a:noFill/>
        </p:spPr>
        <p:txBody>
          <a:bodyPr wrap="square" lIns="121920" tIns="0" rIns="0" bIns="0" rtlCol="0">
            <a:noAutofit/>
          </a:bodyPr>
          <a:lstStyle>
            <a:defPPr>
              <a:defRPr lang="en-US"/>
            </a:defPPr>
            <a:lvl1pPr marL="182880" indent="-182880">
              <a:buClr>
                <a:schemeClr val="accent2"/>
              </a:buClr>
              <a:buFont typeface="Arial" panose="020B0604020202020204" pitchFamily="34" charset="0"/>
              <a:buChar char="•"/>
              <a:defRPr sz="1200"/>
            </a:lvl1pPr>
          </a:lstStyle>
          <a:p>
            <a:pPr>
              <a:lnSpc>
                <a:spcPct val="115000"/>
              </a:lnSpc>
            </a:pPr>
            <a:r>
              <a:rPr lang="en-US"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Operation in compliance with agreed performance targets</a:t>
            </a:r>
            <a:br>
              <a:rPr lang="en-US" b="1" dirty="0">
                <a:solidFill>
                  <a:srgbClr val="464547"/>
                </a:solidFill>
                <a:latin typeface="Calibri" panose="020F0502020204030204" pitchFamily="34" charset="0"/>
                <a:ea typeface="Calibri" panose="020F0502020204030204" pitchFamily="34" charset="0"/>
                <a:cs typeface="Times New Roman" panose="02020603050405020304" pitchFamily="18" charset="0"/>
              </a:rPr>
            </a:br>
            <a:r>
              <a:rPr lang="en-US" dirty="0">
                <a:solidFill>
                  <a:srgbClr val="464547"/>
                </a:solidFill>
                <a:latin typeface="Calibri" panose="020F0502020204030204" pitchFamily="34" charset="0"/>
                <a:ea typeface="Calibri" panose="020F0502020204030204" pitchFamily="34" charset="0"/>
                <a:cs typeface="Times New Roman" panose="02020603050405020304" pitchFamily="18" charset="0"/>
              </a:rPr>
              <a:t>Implemented metrics and measurement program, regular status reports, improvement recommendations for service quality enhancement and performance evaluation</a:t>
            </a:r>
            <a:endParaRPr lang="en-GB" b="1" dirty="0">
              <a:solidFill>
                <a:srgbClr val="464547"/>
              </a:solidFill>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mj-lt"/>
            </a:endParaRPr>
          </a:p>
        </p:txBody>
      </p:sp>
      <p:sp>
        <p:nvSpPr>
          <p:cNvPr id="37" name="TextBox 36">
            <a:extLst>
              <a:ext uri="{FF2B5EF4-FFF2-40B4-BE49-F238E27FC236}">
                <a16:creationId xmlns:a16="http://schemas.microsoft.com/office/drawing/2014/main" id="{37B5ACD2-5F0A-4A1D-987C-3E7CFF5B0CE2}"/>
              </a:ext>
            </a:extLst>
          </p:cNvPr>
          <p:cNvSpPr txBox="1"/>
          <p:nvPr>
            <p:custDataLst>
              <p:tags r:id="rId1"/>
            </p:custDataLst>
          </p:nvPr>
        </p:nvSpPr>
        <p:spPr>
          <a:xfrm>
            <a:off x="6183613" y="2007046"/>
            <a:ext cx="2639200" cy="4732759"/>
          </a:xfrm>
          <a:prstGeom prst="rect">
            <a:avLst/>
          </a:prstGeom>
          <a:noFill/>
        </p:spPr>
        <p:txBody>
          <a:bodyPr wrap="square" lIns="121920" tIns="0" rIns="0" bIns="0" rtlCol="0">
            <a:noAutofit/>
          </a:bodyPr>
          <a:lstStyle>
            <a:lvl1pPr marL="182880" indent="-182880" algn="l" defTabSz="914400" rtl="0" eaLnBrk="1" latinLnBrk="0" hangingPunct="1">
              <a:buClr>
                <a:schemeClr val="accent2"/>
              </a:buClr>
              <a:buFont typeface="Arial" panose="020B0604020202020204" pitchFamily="34" charset="0"/>
              <a:buChar char="•"/>
            </a:lvl1pPr>
            <a:lvl2pPr marL="182880" indent="-182880" algn="l" defTabSz="914400" rtl="0" eaLnBrk="1" latinLnBrk="0" hangingPunct="1">
              <a:buClr>
                <a:schemeClr val="accent2"/>
              </a:buClr>
              <a:buFont typeface="Arial" panose="020B0604020202020204" pitchFamily="34" charset="0"/>
              <a:buChar char="•"/>
            </a:lvl2pPr>
            <a:lvl3pPr marL="342900" indent="-165100" algn="l" defTabSz="914400" rtl="0" eaLnBrk="1" latinLnBrk="0" hangingPunct="1">
              <a:buClr>
                <a:schemeClr val="tx2"/>
              </a:buClr>
              <a:buFont typeface="Calibri" panose="020F0502020204030204" pitchFamily="34" charset="0"/>
              <a:buChar char="-"/>
            </a:lvl3pPr>
            <a:lvl4pPr marL="1657350" indent="-285750" algn="l" defTabSz="914400" rtl="0" eaLnBrk="1" latinLnBrk="0" hangingPunct="1">
              <a:buFont typeface="Arial" panose="020B0604020202020204" pitchFamily="34" charset="0"/>
              <a:buChar char="•"/>
            </a:lvl4pPr>
            <a:lvl5pPr marL="25146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pPr>
              <a:lnSpc>
                <a:spcPct val="115000"/>
              </a:lnSpc>
              <a:spcAft>
                <a:spcPts val="400"/>
              </a:spcAft>
            </a:pPr>
            <a:r>
              <a:rPr lang="en-US" sz="1200"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Service Levels and KPI identification</a:t>
            </a:r>
            <a:r>
              <a:rPr lang="en-GB" sz="1200" dirty="0">
                <a:solidFill>
                  <a:srgbClr val="464547"/>
                </a:solidFill>
                <a:latin typeface="Calibri" panose="020F0502020204030204" pitchFamily="34" charset="0"/>
                <a:ea typeface="Calibri" panose="020F0502020204030204" pitchFamily="34" charset="0"/>
                <a:cs typeface="Times New Roman" panose="02020603050405020304" pitchFamily="18" charset="0"/>
              </a:rPr>
              <a:t/>
            </a:r>
            <a:br>
              <a:rPr lang="en-GB" sz="1200" dirty="0">
                <a:solidFill>
                  <a:srgbClr val="464547"/>
                </a:solidFill>
                <a:latin typeface="Calibri" panose="020F0502020204030204" pitchFamily="34" charset="0"/>
                <a:ea typeface="Calibri" panose="020F0502020204030204" pitchFamily="34" charset="0"/>
                <a:cs typeface="Times New Roman" panose="02020603050405020304" pitchFamily="18" charset="0"/>
              </a:rPr>
            </a:br>
            <a:r>
              <a:rPr lang="en-US" sz="1200" dirty="0">
                <a:solidFill>
                  <a:srgbClr val="464547"/>
                </a:solidFill>
                <a:latin typeface="Calibri" panose="020F0502020204030204" pitchFamily="34" charset="0"/>
                <a:ea typeface="Calibri" panose="020F0502020204030204" pitchFamily="34" charset="0"/>
                <a:cs typeface="Times New Roman" panose="02020603050405020304" pitchFamily="18" charset="0"/>
              </a:rPr>
              <a:t>Intermediate drafts of performance and KPI reports including ticket backlog detailed analysis</a:t>
            </a:r>
            <a:endParaRPr lang="en-GB" sz="1200" dirty="0">
              <a:solidFill>
                <a:srgbClr val="464547"/>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US" sz="1200" b="1" dirty="0">
                <a:latin typeface="Calibri" panose="020F0502020204030204" pitchFamily="34" charset="0"/>
                <a:ea typeface="Calibri" panose="020F0502020204030204" pitchFamily="34" charset="0"/>
                <a:cs typeface="Times New Roman" panose="02020603050405020304" pitchFamily="18" charset="0"/>
              </a:rPr>
              <a:t>Post-transfer service provision analysis</a:t>
            </a:r>
          </a:p>
          <a:p>
            <a:pPr>
              <a:lnSpc>
                <a:spcPct val="115000"/>
              </a:lnSpc>
              <a:spcAft>
                <a:spcPts val="400"/>
              </a:spcAft>
              <a:buNone/>
            </a:pPr>
            <a:r>
              <a:rPr lang="en-US" sz="1200" dirty="0">
                <a:solidFill>
                  <a:srgbClr val="464547"/>
                </a:solidFill>
                <a:latin typeface="Calibri" panose="020F0502020204030204" pitchFamily="34" charset="0"/>
                <a:ea typeface="Calibri" panose="020F0502020204030204" pitchFamily="34" charset="0"/>
                <a:cs typeface="Times New Roman" panose="02020603050405020304" pitchFamily="18" charset="0"/>
              </a:rPr>
              <a:t>       KPI metrics and statistic reports analysis</a:t>
            </a:r>
          </a:p>
          <a:p>
            <a:pPr>
              <a:lnSpc>
                <a:spcPct val="115000"/>
              </a:lnSpc>
            </a:pPr>
            <a:r>
              <a:rPr lang="en-US" sz="1200" b="1" dirty="0">
                <a:latin typeface="Calibri" panose="020F0502020204030204" pitchFamily="34" charset="0"/>
                <a:ea typeface="Calibri" panose="020F0502020204030204" pitchFamily="34" charset="0"/>
                <a:cs typeface="Times New Roman" panose="02020603050405020304" pitchFamily="18" charset="0"/>
              </a:rPr>
              <a:t>Improvements implementation</a:t>
            </a:r>
          </a:p>
          <a:p>
            <a:pPr>
              <a:lnSpc>
                <a:spcPct val="115000"/>
              </a:lnSpc>
              <a:buNone/>
            </a:pPr>
            <a:r>
              <a:rPr lang="en-US" sz="1200" dirty="0">
                <a:latin typeface="Calibri" panose="020F0502020204030204" pitchFamily="34" charset="0"/>
                <a:ea typeface="Calibri" panose="020F0502020204030204" pitchFamily="34" charset="0"/>
                <a:cs typeface="Times New Roman" panose="02020603050405020304" pitchFamily="18" charset="0"/>
              </a:rPr>
              <a:t>       Performance reports and analysis showing the improved service level</a:t>
            </a:r>
          </a:p>
          <a:p>
            <a:pPr>
              <a:lnSpc>
                <a:spcPct val="115000"/>
              </a:lnSpc>
              <a:spcBef>
                <a:spcPts val="400"/>
              </a:spcBef>
            </a:pPr>
            <a:r>
              <a:rPr lang="en-US" sz="1200" b="1" dirty="0">
                <a:latin typeface="Calibri" panose="020F0502020204030204" pitchFamily="34" charset="0"/>
                <a:ea typeface="Calibri" panose="020F0502020204030204" pitchFamily="34" charset="0"/>
                <a:cs typeface="Times New Roman" panose="02020603050405020304" pitchFamily="18" charset="0"/>
              </a:rPr>
              <a:t>Transition period closure with established outcome and objectives for operation phase</a:t>
            </a:r>
          </a:p>
          <a:p>
            <a:pPr marL="0" indent="0">
              <a:lnSpc>
                <a:spcPct val="115000"/>
              </a:lnSpc>
              <a:buNone/>
            </a:pPr>
            <a:r>
              <a:rPr lang="en-US" sz="1200" b="1" dirty="0">
                <a:latin typeface="Calibri" panose="020F0502020204030204" pitchFamily="34" charset="0"/>
                <a:ea typeface="Calibri" panose="020F0502020204030204" pitchFamily="34" charset="0"/>
                <a:cs typeface="Times New Roman" panose="02020603050405020304" pitchFamily="18" charset="0"/>
              </a:rPr>
              <a:t> 	</a:t>
            </a:r>
          </a:p>
          <a:p>
            <a:endParaRPr lang="en-US" sz="1200" dirty="0">
              <a:latin typeface="+mj-lt"/>
            </a:endParaRPr>
          </a:p>
        </p:txBody>
      </p:sp>
      <p:sp>
        <p:nvSpPr>
          <p:cNvPr id="39" name="Rectangle 38">
            <a:extLst>
              <a:ext uri="{FF2B5EF4-FFF2-40B4-BE49-F238E27FC236}">
                <a16:creationId xmlns:a16="http://schemas.microsoft.com/office/drawing/2014/main" id="{635C5342-55A1-47A3-97FD-EA1429E70591}"/>
              </a:ext>
            </a:extLst>
          </p:cNvPr>
          <p:cNvSpPr/>
          <p:nvPr/>
        </p:nvSpPr>
        <p:spPr>
          <a:xfrm rot="16200000">
            <a:off x="-1941198" y="3832503"/>
            <a:ext cx="4363871" cy="481472"/>
          </a:xfrm>
          <a:prstGeom prst="rect">
            <a:avLst/>
          </a:prstGeom>
          <a:solidFill>
            <a:schemeClr val="bg2">
              <a:lumMod val="90000"/>
            </a:schemeClr>
          </a:solidFill>
        </p:spPr>
        <p:txBody>
          <a:bodyPr wrap="square" anchor="b">
            <a:noAutofit/>
          </a:bodyPr>
          <a:lstStyle/>
          <a:p>
            <a:pPr algn="ctr"/>
            <a:r>
              <a:rPr lang="en-US" sz="1500" b="1" dirty="0">
                <a:solidFill>
                  <a:schemeClr val="bg1"/>
                </a:solidFill>
                <a:latin typeface="+mj-lt"/>
              </a:rPr>
              <a:t>DELIVERABLES</a:t>
            </a:r>
          </a:p>
        </p:txBody>
      </p:sp>
      <p:sp>
        <p:nvSpPr>
          <p:cNvPr id="40" name="TextBox 39">
            <a:extLst>
              <a:ext uri="{FF2B5EF4-FFF2-40B4-BE49-F238E27FC236}">
                <a16:creationId xmlns:a16="http://schemas.microsoft.com/office/drawing/2014/main" id="{7C0785B6-A1DA-4DEE-B759-18CE466F021D}"/>
              </a:ext>
            </a:extLst>
          </p:cNvPr>
          <p:cNvSpPr txBox="1"/>
          <p:nvPr/>
        </p:nvSpPr>
        <p:spPr>
          <a:xfrm>
            <a:off x="507504" y="2012275"/>
            <a:ext cx="2854344" cy="4363871"/>
          </a:xfrm>
          <a:prstGeom prst="rect">
            <a:avLst/>
          </a:prstGeom>
          <a:noFill/>
        </p:spPr>
        <p:txBody>
          <a:bodyPr wrap="square" lIns="121920" tIns="0" rIns="0" bIns="0" rtlCol="0">
            <a:noAutofit/>
          </a:bodyPr>
          <a:lstStyle>
            <a:defPPr>
              <a:defRPr lang="en-US"/>
            </a:defPPr>
            <a:lvl1pPr marL="182880" indent="-182880">
              <a:buClr>
                <a:schemeClr val="accent2"/>
              </a:buClr>
              <a:buFont typeface="Arial" panose="020B0604020202020204" pitchFamily="34" charset="0"/>
              <a:buChar char="•"/>
              <a:defRPr sz="1200"/>
            </a:lvl1pPr>
          </a:lstStyle>
          <a:p>
            <a:r>
              <a:rPr lang="en-GB"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Define support scope and discover responsibilities</a:t>
            </a:r>
            <a:br>
              <a:rPr lang="en-GB" b="1" dirty="0">
                <a:solidFill>
                  <a:srgbClr val="464547"/>
                </a:solidFill>
                <a:latin typeface="Calibri" panose="020F0502020204030204" pitchFamily="34" charset="0"/>
                <a:ea typeface="Calibri" panose="020F0502020204030204" pitchFamily="34" charset="0"/>
                <a:cs typeface="Times New Roman" panose="02020603050405020304" pitchFamily="18" charset="0"/>
              </a:rPr>
            </a:br>
            <a:r>
              <a:rPr lang="en-US" dirty="0">
                <a:solidFill>
                  <a:srgbClr val="464547"/>
                </a:solidFill>
                <a:latin typeface="Calibri" panose="020F0502020204030204" pitchFamily="34" charset="0"/>
                <a:ea typeface="Calibri" panose="020F0502020204030204" pitchFamily="34" charset="0"/>
                <a:cs typeface="Times New Roman" panose="02020603050405020304" pitchFamily="18" charset="0"/>
              </a:rPr>
              <a:t>Detailed scope description with clear responsibilities definition for each related item represented in scope</a:t>
            </a:r>
            <a:endParaRPr lang="en-GB" dirty="0">
              <a:solidFill>
                <a:srgbClr val="464547"/>
              </a:solidFill>
              <a:latin typeface="Calibri" panose="020F0502020204030204" pitchFamily="34" charset="0"/>
              <a:ea typeface="Calibri" panose="020F0502020204030204" pitchFamily="34" charset="0"/>
              <a:cs typeface="Times New Roman" panose="02020603050405020304" pitchFamily="18" charset="0"/>
            </a:endParaRPr>
          </a:p>
          <a:p>
            <a:pPr>
              <a:spcBef>
                <a:spcPts val="267"/>
              </a:spcBef>
              <a:spcAft>
                <a:spcPts val="400"/>
              </a:spcAft>
            </a:pPr>
            <a:r>
              <a:rPr lang="en-GB"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Organizational preparations and arrangements</a:t>
            </a:r>
            <a:br>
              <a:rPr lang="en-GB" b="1" dirty="0">
                <a:solidFill>
                  <a:srgbClr val="464547"/>
                </a:solidFill>
                <a:latin typeface="Calibri" panose="020F0502020204030204" pitchFamily="34" charset="0"/>
                <a:ea typeface="Calibri" panose="020F0502020204030204" pitchFamily="34" charset="0"/>
                <a:cs typeface="Times New Roman" panose="02020603050405020304" pitchFamily="18" charset="0"/>
              </a:rPr>
            </a:br>
            <a:r>
              <a:rPr lang="en-US" dirty="0">
                <a:solidFill>
                  <a:srgbClr val="464547"/>
                </a:solidFill>
                <a:latin typeface="Calibri" panose="020F0502020204030204" pitchFamily="34" charset="0"/>
                <a:ea typeface="Calibri" panose="020F0502020204030204" pitchFamily="34" charset="0"/>
                <a:cs typeface="Times New Roman" panose="02020603050405020304" pitchFamily="18" charset="0"/>
              </a:rPr>
              <a:t>Definition of key stakeholders. Team ramp-up plan with responsibilities definition </a:t>
            </a:r>
          </a:p>
          <a:p>
            <a:pPr>
              <a:spcBef>
                <a:spcPts val="267"/>
              </a:spcBef>
              <a:spcAft>
                <a:spcPts val="400"/>
              </a:spcAft>
            </a:pPr>
            <a:r>
              <a:rPr lang="en-GB"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Knowledge Transfer plan</a:t>
            </a:r>
            <a:br>
              <a:rPr lang="en-GB" b="1" dirty="0">
                <a:solidFill>
                  <a:srgbClr val="464547"/>
                </a:solidFill>
                <a:latin typeface="Calibri" panose="020F0502020204030204" pitchFamily="34" charset="0"/>
                <a:ea typeface="Calibri" panose="020F0502020204030204" pitchFamily="34" charset="0"/>
                <a:cs typeface="Times New Roman" panose="02020603050405020304" pitchFamily="18" charset="0"/>
              </a:rPr>
            </a:br>
            <a:r>
              <a:rPr lang="en-US" dirty="0">
                <a:solidFill>
                  <a:srgbClr val="464547"/>
                </a:solidFill>
                <a:latin typeface="Calibri" panose="020F0502020204030204" pitchFamily="34" charset="0"/>
                <a:ea typeface="Calibri" panose="020F0502020204030204" pitchFamily="34" charset="0"/>
                <a:cs typeface="Times New Roman" panose="02020603050405020304" pitchFamily="18" charset="0"/>
              </a:rPr>
              <a:t>Create detailed Knowledge Transition plan and describe the roles and responsibilities for KT participants</a:t>
            </a:r>
            <a:endParaRPr lang="en-GB" dirty="0">
              <a:solidFill>
                <a:srgbClr val="464547"/>
              </a:solidFill>
              <a:latin typeface="Calibri" panose="020F0502020204030204" pitchFamily="34" charset="0"/>
              <a:ea typeface="Calibri" panose="020F0502020204030204" pitchFamily="34" charset="0"/>
              <a:cs typeface="Times New Roman" panose="02020603050405020304" pitchFamily="18" charset="0"/>
            </a:endParaRPr>
          </a:p>
          <a:p>
            <a:r>
              <a:rPr lang="en-US"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Acquire access and associated licenses </a:t>
            </a:r>
            <a:r>
              <a:rPr lang="en-GB"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
            </a:r>
            <a:br>
              <a:rPr lang="en-GB" b="1" dirty="0">
                <a:solidFill>
                  <a:srgbClr val="464547"/>
                </a:solidFill>
                <a:latin typeface="Calibri" panose="020F0502020204030204" pitchFamily="34" charset="0"/>
                <a:ea typeface="Calibri" panose="020F0502020204030204" pitchFamily="34" charset="0"/>
                <a:cs typeface="Times New Roman" panose="02020603050405020304" pitchFamily="18" charset="0"/>
              </a:rPr>
            </a:br>
            <a:r>
              <a:rPr lang="en-US" dirty="0">
                <a:solidFill>
                  <a:srgbClr val="464547"/>
                </a:solidFill>
                <a:latin typeface="Calibri" panose="020F0502020204030204" pitchFamily="34" charset="0"/>
                <a:ea typeface="Calibri" panose="020F0502020204030204" pitchFamily="34" charset="0"/>
                <a:cs typeface="Times New Roman" panose="02020603050405020304" pitchFamily="18" charset="0"/>
              </a:rPr>
              <a:t>List of systems and tools with access links and access information, credentials data and timestamps</a:t>
            </a:r>
          </a:p>
          <a:p>
            <a:pPr>
              <a:spcBef>
                <a:spcPts val="400"/>
              </a:spcBef>
            </a:pPr>
            <a:r>
              <a:rPr lang="en-US"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Support Infrastructure setup</a:t>
            </a:r>
            <a:r>
              <a:rPr lang="en-GB" b="1" dirty="0">
                <a:solidFill>
                  <a:srgbClr val="464547"/>
                </a:solidFill>
                <a:latin typeface="Calibri" panose="020F0502020204030204" pitchFamily="34" charset="0"/>
                <a:ea typeface="Calibri" panose="020F0502020204030204" pitchFamily="34" charset="0"/>
                <a:cs typeface="Times New Roman" panose="02020603050405020304" pitchFamily="18" charset="0"/>
              </a:rPr>
              <a:t/>
            </a:r>
            <a:br>
              <a:rPr lang="en-GB" b="1" dirty="0">
                <a:solidFill>
                  <a:srgbClr val="464547"/>
                </a:solidFill>
                <a:latin typeface="Calibri" panose="020F0502020204030204" pitchFamily="34" charset="0"/>
                <a:ea typeface="Calibri" panose="020F0502020204030204" pitchFamily="34" charset="0"/>
                <a:cs typeface="Times New Roman" panose="02020603050405020304" pitchFamily="18" charset="0"/>
              </a:rPr>
            </a:br>
            <a:r>
              <a:rPr lang="en-US" dirty="0">
                <a:solidFill>
                  <a:srgbClr val="464547"/>
                </a:solidFill>
                <a:latin typeface="Calibri" panose="020F0502020204030204" pitchFamily="34" charset="0"/>
                <a:ea typeface="Calibri" panose="020F0502020204030204" pitchFamily="34" charset="0"/>
                <a:cs typeface="Times New Roman" panose="02020603050405020304" pitchFamily="18" charset="0"/>
              </a:rPr>
              <a:t>Dedicated phone line, email address, other communication channels</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83180129"/>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273145" cy="561194"/>
          </a:xfrm>
        </p:spPr>
        <p:txBody>
          <a:bodyPr>
            <a:normAutofit fontScale="90000"/>
          </a:bodyPr>
          <a:lstStyle/>
          <a:p>
            <a:r>
              <a:rPr lang="en-US" dirty="0"/>
              <a:t>Continuous Improvement Program</a:t>
            </a:r>
          </a:p>
        </p:txBody>
      </p:sp>
      <p:cxnSp>
        <p:nvCxnSpPr>
          <p:cNvPr id="33" name="Straight Connector 32"/>
          <p:cNvCxnSpPr/>
          <p:nvPr/>
        </p:nvCxnSpPr>
        <p:spPr>
          <a:xfrm flipV="1">
            <a:off x="318693" y="4339345"/>
            <a:ext cx="3025283" cy="3959"/>
          </a:xfrm>
          <a:prstGeom prst="line">
            <a:avLst/>
          </a:prstGeom>
          <a:noFill/>
          <a:ln w="12700" cap="flat" cmpd="sng" algn="ctr">
            <a:solidFill>
              <a:srgbClr val="39C1D7"/>
            </a:solidFill>
            <a:prstDash val="solid"/>
          </a:ln>
          <a:effectLst/>
        </p:spPr>
      </p:cxnSp>
      <p:sp>
        <p:nvSpPr>
          <p:cNvPr id="34" name="Rectangle 33"/>
          <p:cNvSpPr/>
          <p:nvPr/>
        </p:nvSpPr>
        <p:spPr>
          <a:xfrm>
            <a:off x="293557" y="4614792"/>
            <a:ext cx="3012779" cy="1231106"/>
          </a:xfrm>
          <a:prstGeom prst="rect">
            <a:avLst/>
          </a:prstGeom>
        </p:spPr>
        <p:txBody>
          <a:bodyPr wrap="square">
            <a:spAutoFit/>
          </a:bodyPr>
          <a:lstStyle/>
          <a:p>
            <a:pPr marL="285737" indent="-285737" defTabSz="914354">
              <a:spcBef>
                <a:spcPts val="600"/>
              </a:spcBef>
              <a:buClr>
                <a:srgbClr val="2FC2D9"/>
              </a:buClr>
              <a:buFont typeface="Arial" panose="020B0604020202020204" pitchFamily="34" charset="0"/>
              <a:buChar char="•"/>
              <a:defRPr/>
            </a:pPr>
            <a:r>
              <a:rPr lang="en-US" sz="1600" dirty="0">
                <a:solidFill>
                  <a:srgbClr val="464547"/>
                </a:solidFill>
                <a:latin typeface="+mj-lt"/>
              </a:rPr>
              <a:t>Set Business Objectives</a:t>
            </a:r>
          </a:p>
          <a:p>
            <a:pPr marL="285737" indent="-285737" defTabSz="914354">
              <a:spcBef>
                <a:spcPts val="600"/>
              </a:spcBef>
              <a:buClr>
                <a:srgbClr val="2FC2D9"/>
              </a:buClr>
              <a:buFont typeface="Arial" panose="020B0604020202020204" pitchFamily="34" charset="0"/>
              <a:buChar char="•"/>
              <a:defRPr/>
            </a:pPr>
            <a:r>
              <a:rPr lang="en-US" sz="1600" dirty="0">
                <a:solidFill>
                  <a:srgbClr val="464547"/>
                </a:solidFill>
                <a:latin typeface="+mj-lt"/>
              </a:rPr>
              <a:t>Define targets in processes, people, technology</a:t>
            </a:r>
          </a:p>
          <a:p>
            <a:pPr marL="285737" indent="-285737" defTabSz="914354">
              <a:spcBef>
                <a:spcPts val="600"/>
              </a:spcBef>
              <a:buClr>
                <a:srgbClr val="2FC2D9"/>
              </a:buClr>
              <a:buFont typeface="Arial" panose="020B0604020202020204" pitchFamily="34" charset="0"/>
              <a:buChar char="•"/>
              <a:defRPr/>
            </a:pPr>
            <a:r>
              <a:rPr lang="en-US" sz="1600" dirty="0">
                <a:solidFill>
                  <a:srgbClr val="464547"/>
                </a:solidFill>
                <a:latin typeface="+mj-lt"/>
              </a:rPr>
              <a:t>Assess Current State</a:t>
            </a:r>
          </a:p>
        </p:txBody>
      </p:sp>
      <p:cxnSp>
        <p:nvCxnSpPr>
          <p:cNvPr id="35" name="Straight Connector 34"/>
          <p:cNvCxnSpPr/>
          <p:nvPr/>
        </p:nvCxnSpPr>
        <p:spPr>
          <a:xfrm flipV="1">
            <a:off x="293557" y="1591463"/>
            <a:ext cx="4329832" cy="7675"/>
          </a:xfrm>
          <a:prstGeom prst="line">
            <a:avLst/>
          </a:prstGeom>
          <a:noFill/>
          <a:ln w="12700" cap="flat" cmpd="sng" algn="ctr">
            <a:solidFill>
              <a:srgbClr val="39C1D7"/>
            </a:solidFill>
            <a:prstDash val="solid"/>
          </a:ln>
          <a:effectLst/>
        </p:spPr>
      </p:cxnSp>
      <p:sp>
        <p:nvSpPr>
          <p:cNvPr id="36" name="Rectangle 35"/>
          <p:cNvSpPr/>
          <p:nvPr/>
        </p:nvSpPr>
        <p:spPr>
          <a:xfrm>
            <a:off x="229361" y="1659268"/>
            <a:ext cx="3295491" cy="1231106"/>
          </a:xfrm>
          <a:prstGeom prst="rect">
            <a:avLst/>
          </a:prstGeom>
        </p:spPr>
        <p:txBody>
          <a:bodyPr wrap="square">
            <a:spAutoFit/>
          </a:bodyPr>
          <a:lstStyle/>
          <a:p>
            <a:pPr marL="285737" indent="-285737" defTabSz="914354">
              <a:spcBef>
                <a:spcPts val="600"/>
              </a:spcBef>
              <a:buClr>
                <a:srgbClr val="2FC2D9"/>
              </a:buClr>
              <a:buFont typeface="Arial" panose="020B0604020202020204" pitchFamily="34" charset="0"/>
              <a:buChar char="•"/>
              <a:defRPr/>
            </a:pPr>
            <a:r>
              <a:rPr lang="en-US" sz="1600" dirty="0">
                <a:solidFill>
                  <a:srgbClr val="464547"/>
                </a:solidFill>
                <a:latin typeface="+mj-lt"/>
              </a:rPr>
              <a:t>Define Metrics &amp; KPI’s </a:t>
            </a:r>
          </a:p>
          <a:p>
            <a:pPr marL="285737" indent="-285737" defTabSz="914354">
              <a:spcBef>
                <a:spcPts val="600"/>
              </a:spcBef>
              <a:buClr>
                <a:srgbClr val="2FC2D9"/>
              </a:buClr>
              <a:buFont typeface="Arial" panose="020B0604020202020204" pitchFamily="34" charset="0"/>
              <a:buChar char="•"/>
              <a:defRPr/>
            </a:pPr>
            <a:r>
              <a:rPr lang="en-US" sz="1600" dirty="0">
                <a:solidFill>
                  <a:srgbClr val="464547"/>
                </a:solidFill>
                <a:latin typeface="+mj-lt"/>
              </a:rPr>
              <a:t>Establish RACI &amp; Governance structure </a:t>
            </a:r>
          </a:p>
          <a:p>
            <a:pPr marL="285737" indent="-285737" defTabSz="914354">
              <a:spcBef>
                <a:spcPts val="600"/>
              </a:spcBef>
              <a:buClr>
                <a:srgbClr val="2FC2D9"/>
              </a:buClr>
              <a:buFont typeface="Arial" panose="020B0604020202020204" pitchFamily="34" charset="0"/>
              <a:buChar char="•"/>
              <a:defRPr/>
            </a:pPr>
            <a:r>
              <a:rPr lang="en-US" sz="1600" dirty="0">
                <a:solidFill>
                  <a:srgbClr val="464547"/>
                </a:solidFill>
                <a:latin typeface="+mj-lt"/>
              </a:rPr>
              <a:t>Create an Improvement plan</a:t>
            </a:r>
          </a:p>
        </p:txBody>
      </p:sp>
      <p:sp>
        <p:nvSpPr>
          <p:cNvPr id="37" name="Rectangle 36"/>
          <p:cNvSpPr/>
          <p:nvPr/>
        </p:nvSpPr>
        <p:spPr>
          <a:xfrm>
            <a:off x="8400109" y="4636169"/>
            <a:ext cx="3243439" cy="1723549"/>
          </a:xfrm>
          <a:prstGeom prst="rect">
            <a:avLst/>
          </a:prstGeom>
        </p:spPr>
        <p:txBody>
          <a:bodyPr wrap="square">
            <a:spAutoFit/>
          </a:bodyPr>
          <a:lstStyle/>
          <a:p>
            <a:pPr marL="285737" indent="-285737" defTabSz="914354">
              <a:spcBef>
                <a:spcPts val="600"/>
              </a:spcBef>
              <a:buClr>
                <a:srgbClr val="2FC2D9"/>
              </a:buClr>
              <a:buFont typeface="Arial" panose="020B0604020202020204" pitchFamily="34" charset="0"/>
              <a:buChar char="•"/>
              <a:defRPr/>
            </a:pPr>
            <a:r>
              <a:rPr lang="en-US" sz="1600" dirty="0">
                <a:solidFill>
                  <a:srgbClr val="464547"/>
                </a:solidFill>
                <a:latin typeface="+mj-lt"/>
              </a:rPr>
              <a:t>Analyze trends, targets, SLAs and benchmarks </a:t>
            </a:r>
          </a:p>
          <a:p>
            <a:pPr marL="285737" indent="-285737" defTabSz="914354">
              <a:spcBef>
                <a:spcPts val="600"/>
              </a:spcBef>
              <a:buClr>
                <a:srgbClr val="2FC2D9"/>
              </a:buClr>
              <a:buFont typeface="Arial" panose="020B0604020202020204" pitchFamily="34" charset="0"/>
              <a:buChar char="•"/>
              <a:defRPr/>
            </a:pPr>
            <a:r>
              <a:rPr lang="en-US" sz="1600" dirty="0">
                <a:solidFill>
                  <a:srgbClr val="464547"/>
                </a:solidFill>
                <a:latin typeface="+mj-lt"/>
              </a:rPr>
              <a:t>Gather &amp; analyze feedbacks from Business, Service and Process owners </a:t>
            </a:r>
          </a:p>
          <a:p>
            <a:pPr marL="285737" indent="-285737" defTabSz="914354">
              <a:spcBef>
                <a:spcPts val="600"/>
              </a:spcBef>
              <a:buClr>
                <a:srgbClr val="2FC2D9"/>
              </a:buClr>
              <a:buFont typeface="Arial" panose="020B0604020202020204" pitchFamily="34" charset="0"/>
              <a:buChar char="•"/>
              <a:defRPr/>
            </a:pPr>
            <a:r>
              <a:rPr lang="en-US" sz="1600" dirty="0">
                <a:solidFill>
                  <a:srgbClr val="464547"/>
                </a:solidFill>
                <a:latin typeface="+mj-lt"/>
              </a:rPr>
              <a:t>Adjust the Improvement Plan</a:t>
            </a:r>
          </a:p>
        </p:txBody>
      </p:sp>
      <p:sp>
        <p:nvSpPr>
          <p:cNvPr id="38" name="Rectangle 37"/>
          <p:cNvSpPr/>
          <p:nvPr/>
        </p:nvSpPr>
        <p:spPr>
          <a:xfrm>
            <a:off x="8497846" y="1581808"/>
            <a:ext cx="3429412" cy="1477328"/>
          </a:xfrm>
          <a:prstGeom prst="rect">
            <a:avLst/>
          </a:prstGeom>
        </p:spPr>
        <p:txBody>
          <a:bodyPr wrap="square">
            <a:spAutoFit/>
          </a:bodyPr>
          <a:lstStyle/>
          <a:p>
            <a:pPr marL="285737" indent="-285737" defTabSz="914354">
              <a:spcBef>
                <a:spcPts val="600"/>
              </a:spcBef>
              <a:buClr>
                <a:srgbClr val="2FC2D9"/>
              </a:buClr>
              <a:buFont typeface="Arial" panose="020B0604020202020204" pitchFamily="34" charset="0"/>
              <a:buChar char="•"/>
              <a:defRPr/>
            </a:pPr>
            <a:r>
              <a:rPr lang="en-US" sz="1600" dirty="0">
                <a:solidFill>
                  <a:srgbClr val="464547"/>
                </a:solidFill>
                <a:latin typeface="+mj-lt"/>
              </a:rPr>
              <a:t>Implement Improvements based on priority</a:t>
            </a:r>
          </a:p>
          <a:p>
            <a:pPr marL="285737" indent="-285737" defTabSz="914354">
              <a:spcBef>
                <a:spcPts val="600"/>
              </a:spcBef>
              <a:buClr>
                <a:srgbClr val="2FC2D9"/>
              </a:buClr>
              <a:buFont typeface="Arial" panose="020B0604020202020204" pitchFamily="34" charset="0"/>
              <a:buChar char="•"/>
              <a:defRPr/>
            </a:pPr>
            <a:r>
              <a:rPr lang="en-US" sz="1600" dirty="0">
                <a:solidFill>
                  <a:srgbClr val="464547"/>
                </a:solidFill>
                <a:latin typeface="+mj-lt"/>
              </a:rPr>
              <a:t>Control adoption process</a:t>
            </a:r>
          </a:p>
          <a:p>
            <a:pPr marL="285737" indent="-285737" defTabSz="914354">
              <a:spcBef>
                <a:spcPts val="600"/>
              </a:spcBef>
              <a:buClr>
                <a:srgbClr val="2FC2D9"/>
              </a:buClr>
              <a:buFont typeface="Arial" panose="020B0604020202020204" pitchFamily="34" charset="0"/>
              <a:buChar char="•"/>
              <a:defRPr/>
            </a:pPr>
            <a:r>
              <a:rPr lang="en-US" sz="1600" dirty="0">
                <a:solidFill>
                  <a:srgbClr val="464547"/>
                </a:solidFill>
                <a:latin typeface="+mj-lt"/>
              </a:rPr>
              <a:t>Measure, report, and communicate the progress</a:t>
            </a:r>
          </a:p>
        </p:txBody>
      </p:sp>
      <p:sp>
        <p:nvSpPr>
          <p:cNvPr id="39" name="Rectangle 38"/>
          <p:cNvSpPr/>
          <p:nvPr/>
        </p:nvSpPr>
        <p:spPr>
          <a:xfrm>
            <a:off x="231780" y="1183456"/>
            <a:ext cx="6096000" cy="707886"/>
          </a:xfrm>
          <a:prstGeom prst="rect">
            <a:avLst/>
          </a:prstGeom>
        </p:spPr>
        <p:txBody>
          <a:bodyPr>
            <a:spAutoFit/>
          </a:bodyPr>
          <a:lstStyle/>
          <a:p>
            <a:pPr defTabSz="914354">
              <a:defRPr/>
            </a:pPr>
            <a:r>
              <a:rPr lang="en-US" sz="1600" dirty="0">
                <a:solidFill>
                  <a:srgbClr val="464547"/>
                </a:solidFill>
                <a:latin typeface="+mj-lt"/>
              </a:rPr>
              <a:t>STEP 2</a:t>
            </a:r>
            <a:br>
              <a:rPr lang="en-US" sz="1600" dirty="0">
                <a:solidFill>
                  <a:srgbClr val="464547"/>
                </a:solidFill>
                <a:latin typeface="+mj-lt"/>
              </a:rPr>
            </a:br>
            <a:endParaRPr lang="en-US" sz="2400" dirty="0">
              <a:solidFill>
                <a:srgbClr val="464547"/>
              </a:solidFill>
              <a:latin typeface="+mj-lt"/>
            </a:endParaRPr>
          </a:p>
        </p:txBody>
      </p:sp>
      <p:sp>
        <p:nvSpPr>
          <p:cNvPr id="40" name="Rectangle 39"/>
          <p:cNvSpPr/>
          <p:nvPr/>
        </p:nvSpPr>
        <p:spPr>
          <a:xfrm>
            <a:off x="258336" y="3981244"/>
            <a:ext cx="6096000" cy="338554"/>
          </a:xfrm>
          <a:prstGeom prst="rect">
            <a:avLst/>
          </a:prstGeom>
        </p:spPr>
        <p:txBody>
          <a:bodyPr>
            <a:spAutoFit/>
          </a:bodyPr>
          <a:lstStyle/>
          <a:p>
            <a:pPr defTabSz="914354">
              <a:defRPr/>
            </a:pPr>
            <a:r>
              <a:rPr lang="en-US" sz="1600" dirty="0">
                <a:solidFill>
                  <a:srgbClr val="464547"/>
                </a:solidFill>
                <a:latin typeface="+mj-lt"/>
              </a:rPr>
              <a:t>STEP 1</a:t>
            </a:r>
            <a:endParaRPr lang="en-US" sz="2400" dirty="0">
              <a:solidFill>
                <a:srgbClr val="464547"/>
              </a:solidFill>
              <a:latin typeface="+mj-lt"/>
            </a:endParaRPr>
          </a:p>
        </p:txBody>
      </p:sp>
      <p:cxnSp>
        <p:nvCxnSpPr>
          <p:cNvPr id="41" name="Straight Connector 40"/>
          <p:cNvCxnSpPr/>
          <p:nvPr/>
        </p:nvCxnSpPr>
        <p:spPr>
          <a:xfrm flipV="1">
            <a:off x="7313713" y="1515263"/>
            <a:ext cx="4329832" cy="7675"/>
          </a:xfrm>
          <a:prstGeom prst="line">
            <a:avLst/>
          </a:prstGeom>
          <a:noFill/>
          <a:ln w="12700" cap="flat" cmpd="sng" algn="ctr">
            <a:solidFill>
              <a:srgbClr val="39C1D7"/>
            </a:solidFill>
            <a:prstDash val="solid"/>
          </a:ln>
          <a:effectLst/>
        </p:spPr>
      </p:cxnSp>
      <p:sp>
        <p:nvSpPr>
          <p:cNvPr id="42" name="Rectangle 41"/>
          <p:cNvSpPr/>
          <p:nvPr/>
        </p:nvSpPr>
        <p:spPr>
          <a:xfrm>
            <a:off x="8271436" y="1153606"/>
            <a:ext cx="3372109" cy="461665"/>
          </a:xfrm>
          <a:prstGeom prst="rect">
            <a:avLst/>
          </a:prstGeom>
        </p:spPr>
        <p:txBody>
          <a:bodyPr wrap="square">
            <a:spAutoFit/>
          </a:bodyPr>
          <a:lstStyle/>
          <a:p>
            <a:pPr defTabSz="914354">
              <a:defRPr/>
            </a:pPr>
            <a:r>
              <a:rPr lang="en-US" sz="1600" dirty="0">
                <a:solidFill>
                  <a:srgbClr val="464547"/>
                </a:solidFill>
                <a:latin typeface="+mj-lt"/>
              </a:rPr>
              <a:t>STEP</a:t>
            </a:r>
            <a:r>
              <a:rPr lang="en-US" sz="2400" dirty="0">
                <a:solidFill>
                  <a:srgbClr val="464547"/>
                </a:solidFill>
                <a:latin typeface="+mj-lt"/>
              </a:rPr>
              <a:t> </a:t>
            </a:r>
            <a:r>
              <a:rPr lang="en-US" sz="1600" dirty="0">
                <a:solidFill>
                  <a:srgbClr val="464547"/>
                </a:solidFill>
                <a:latin typeface="+mj-lt"/>
              </a:rPr>
              <a:t>3</a:t>
            </a:r>
          </a:p>
        </p:txBody>
      </p:sp>
      <p:graphicFrame>
        <p:nvGraphicFramePr>
          <p:cNvPr id="43" name="Chart 42"/>
          <p:cNvGraphicFramePr/>
          <p:nvPr>
            <p:extLst/>
          </p:nvPr>
        </p:nvGraphicFramePr>
        <p:xfrm>
          <a:off x="3038461" y="915862"/>
          <a:ext cx="5565104" cy="5409245"/>
        </p:xfrm>
        <a:graphic>
          <a:graphicData uri="http://schemas.openxmlformats.org/drawingml/2006/chart">
            <c:chart xmlns:c="http://schemas.openxmlformats.org/drawingml/2006/chart" xmlns:r="http://schemas.openxmlformats.org/officeDocument/2006/relationships" r:id="rId2"/>
          </a:graphicData>
        </a:graphic>
      </p:graphicFrame>
      <p:grpSp>
        <p:nvGrpSpPr>
          <p:cNvPr id="44" name="Group 43"/>
          <p:cNvGrpSpPr/>
          <p:nvPr/>
        </p:nvGrpSpPr>
        <p:grpSpPr>
          <a:xfrm rot="528804">
            <a:off x="3334193" y="1066514"/>
            <a:ext cx="5084523" cy="5105189"/>
            <a:chOff x="2884140" y="1073676"/>
            <a:chExt cx="3382593" cy="3396342"/>
          </a:xfrm>
        </p:grpSpPr>
        <p:sp>
          <p:nvSpPr>
            <p:cNvPr id="45" name="Circular Arrow 44"/>
            <p:cNvSpPr/>
            <p:nvPr/>
          </p:nvSpPr>
          <p:spPr>
            <a:xfrm>
              <a:off x="2884141" y="1073676"/>
              <a:ext cx="3375717" cy="3375717"/>
            </a:xfrm>
            <a:prstGeom prst="circularArrow">
              <a:avLst>
                <a:gd name="adj1" fmla="val 17693"/>
                <a:gd name="adj2" fmla="val 978023"/>
                <a:gd name="adj3" fmla="val 20383619"/>
                <a:gd name="adj4" fmla="val 16224973"/>
                <a:gd name="adj5" fmla="val 15512"/>
              </a:avLst>
            </a:prstGeom>
            <a:solidFill>
              <a:sysClr val="window" lastClr="FFFFFF"/>
            </a:solidFill>
            <a:ln w="9525" cap="flat" cmpd="sng" algn="ctr">
              <a:solidFill>
                <a:srgbClr val="39C2D7"/>
              </a:solidFill>
              <a:prstDash val="solid"/>
            </a:ln>
            <a:effectLst/>
          </p:spPr>
          <p:txBody>
            <a:bodyPr rtlCol="0" anchor="ctr"/>
            <a:lstStyle/>
            <a:p>
              <a:pPr algn="ctr" defTabSz="457143">
                <a:defRPr/>
              </a:pPr>
              <a:endParaRPr lang="en-US" sz="2400" kern="0" dirty="0">
                <a:solidFill>
                  <a:srgbClr val="464547"/>
                </a:solidFill>
                <a:latin typeface="+mj-lt"/>
              </a:endParaRPr>
            </a:p>
          </p:txBody>
        </p:sp>
        <p:sp>
          <p:nvSpPr>
            <p:cNvPr id="46" name="Circular Arrow 45"/>
            <p:cNvSpPr/>
            <p:nvPr/>
          </p:nvSpPr>
          <p:spPr>
            <a:xfrm rot="5400000">
              <a:off x="2884140" y="1073676"/>
              <a:ext cx="3375717" cy="3375717"/>
            </a:xfrm>
            <a:prstGeom prst="circularArrow">
              <a:avLst>
                <a:gd name="adj1" fmla="val 17693"/>
                <a:gd name="adj2" fmla="val 978023"/>
                <a:gd name="adj3" fmla="val 20383619"/>
                <a:gd name="adj4" fmla="val 16224973"/>
                <a:gd name="adj5" fmla="val 15512"/>
              </a:avLst>
            </a:prstGeom>
            <a:solidFill>
              <a:sysClr val="window" lastClr="FFFFFF"/>
            </a:solidFill>
            <a:ln w="9525" cap="flat" cmpd="sng" algn="ctr">
              <a:solidFill>
                <a:srgbClr val="39C2D7"/>
              </a:solidFill>
              <a:prstDash val="solid"/>
            </a:ln>
            <a:effectLst/>
          </p:spPr>
          <p:txBody>
            <a:bodyPr rtlCol="0" anchor="ctr"/>
            <a:lstStyle/>
            <a:p>
              <a:pPr algn="ctr" defTabSz="457143">
                <a:defRPr/>
              </a:pPr>
              <a:endParaRPr lang="en-US" sz="2400" kern="0" dirty="0">
                <a:solidFill>
                  <a:srgbClr val="464547"/>
                </a:solidFill>
                <a:latin typeface="+mj-lt"/>
              </a:endParaRPr>
            </a:p>
          </p:txBody>
        </p:sp>
        <p:sp>
          <p:nvSpPr>
            <p:cNvPr id="47" name="Circular Arrow 46"/>
            <p:cNvSpPr/>
            <p:nvPr/>
          </p:nvSpPr>
          <p:spPr>
            <a:xfrm rot="10800000">
              <a:off x="2891016" y="1073676"/>
              <a:ext cx="3375717" cy="3375717"/>
            </a:xfrm>
            <a:prstGeom prst="circularArrow">
              <a:avLst>
                <a:gd name="adj1" fmla="val 17693"/>
                <a:gd name="adj2" fmla="val 978023"/>
                <a:gd name="adj3" fmla="val 20383619"/>
                <a:gd name="adj4" fmla="val 16224973"/>
                <a:gd name="adj5" fmla="val 15512"/>
              </a:avLst>
            </a:prstGeom>
            <a:solidFill>
              <a:sysClr val="window" lastClr="FFFFFF"/>
            </a:solidFill>
            <a:ln w="9525" cap="flat" cmpd="sng" algn="ctr">
              <a:solidFill>
                <a:srgbClr val="39C2D7"/>
              </a:solidFill>
              <a:prstDash val="solid"/>
            </a:ln>
            <a:effectLst/>
          </p:spPr>
          <p:txBody>
            <a:bodyPr rtlCol="0" anchor="ctr"/>
            <a:lstStyle/>
            <a:p>
              <a:pPr algn="ctr" defTabSz="457143">
                <a:defRPr/>
              </a:pPr>
              <a:endParaRPr lang="en-US" sz="2400" kern="0" dirty="0">
                <a:solidFill>
                  <a:srgbClr val="464547"/>
                </a:solidFill>
                <a:latin typeface="+mj-lt"/>
              </a:endParaRPr>
            </a:p>
          </p:txBody>
        </p:sp>
        <p:sp>
          <p:nvSpPr>
            <p:cNvPr id="48" name="Circular Arrow 47"/>
            <p:cNvSpPr/>
            <p:nvPr/>
          </p:nvSpPr>
          <p:spPr>
            <a:xfrm rot="16200000">
              <a:off x="2891015" y="1094301"/>
              <a:ext cx="3375717" cy="3375717"/>
            </a:xfrm>
            <a:prstGeom prst="circularArrow">
              <a:avLst>
                <a:gd name="adj1" fmla="val 17693"/>
                <a:gd name="adj2" fmla="val 978023"/>
                <a:gd name="adj3" fmla="val 20383619"/>
                <a:gd name="adj4" fmla="val 16224973"/>
                <a:gd name="adj5" fmla="val 15512"/>
              </a:avLst>
            </a:prstGeom>
            <a:solidFill>
              <a:sysClr val="window" lastClr="FFFFFF"/>
            </a:solidFill>
            <a:ln w="9525" cap="flat" cmpd="sng" algn="ctr">
              <a:solidFill>
                <a:srgbClr val="39C2D7"/>
              </a:solidFill>
              <a:prstDash val="solid"/>
            </a:ln>
            <a:effectLst/>
          </p:spPr>
          <p:txBody>
            <a:bodyPr rtlCol="0" anchor="ctr"/>
            <a:lstStyle/>
            <a:p>
              <a:pPr algn="ctr" defTabSz="457143">
                <a:defRPr/>
              </a:pPr>
              <a:endParaRPr lang="en-US" sz="2400" kern="0" dirty="0">
                <a:solidFill>
                  <a:srgbClr val="464547"/>
                </a:solidFill>
                <a:latin typeface="+mj-lt"/>
              </a:endParaRPr>
            </a:p>
          </p:txBody>
        </p:sp>
      </p:grpSp>
      <p:sp>
        <p:nvSpPr>
          <p:cNvPr id="49" name="TextBox 48"/>
          <p:cNvSpPr txBox="1"/>
          <p:nvPr/>
        </p:nvSpPr>
        <p:spPr>
          <a:xfrm rot="19227021">
            <a:off x="3919793" y="2016231"/>
            <a:ext cx="1886222" cy="535531"/>
          </a:xfrm>
          <a:prstGeom prst="rect">
            <a:avLst/>
          </a:prstGeom>
          <a:noFill/>
        </p:spPr>
        <p:txBody>
          <a:bodyPr wrap="none" rtlCol="0">
            <a:spAutoFit/>
          </a:bodyPr>
          <a:lstStyle/>
          <a:p>
            <a:pPr defTabSz="457143">
              <a:lnSpc>
                <a:spcPct val="120000"/>
              </a:lnSpc>
              <a:defRPr/>
            </a:pPr>
            <a:r>
              <a:rPr lang="en-US" sz="2400" dirty="0">
                <a:solidFill>
                  <a:srgbClr val="666666"/>
                </a:solidFill>
                <a:latin typeface="+mj-lt"/>
                <a:cs typeface="Trebuchet MS"/>
              </a:rPr>
              <a:t>Build Strategy</a:t>
            </a:r>
          </a:p>
        </p:txBody>
      </p:sp>
      <p:sp>
        <p:nvSpPr>
          <p:cNvPr id="50" name="TextBox 49"/>
          <p:cNvSpPr txBox="1"/>
          <p:nvPr/>
        </p:nvSpPr>
        <p:spPr>
          <a:xfrm rot="13935932">
            <a:off x="3953895" y="4317472"/>
            <a:ext cx="1047466" cy="535531"/>
          </a:xfrm>
          <a:prstGeom prst="rect">
            <a:avLst/>
          </a:prstGeom>
          <a:noFill/>
        </p:spPr>
        <p:txBody>
          <a:bodyPr wrap="none" rtlCol="0">
            <a:spAutoFit/>
          </a:bodyPr>
          <a:lstStyle/>
          <a:p>
            <a:pPr defTabSz="457143">
              <a:lnSpc>
                <a:spcPct val="120000"/>
              </a:lnSpc>
              <a:defRPr/>
            </a:pPr>
            <a:r>
              <a:rPr lang="en-US" sz="2400" dirty="0">
                <a:solidFill>
                  <a:srgbClr val="666666"/>
                </a:solidFill>
                <a:latin typeface="+mj-lt"/>
                <a:cs typeface="Trebuchet MS"/>
              </a:rPr>
              <a:t>Initiate</a:t>
            </a:r>
          </a:p>
        </p:txBody>
      </p:sp>
      <p:sp>
        <p:nvSpPr>
          <p:cNvPr id="51" name="TextBox 50"/>
          <p:cNvSpPr txBox="1"/>
          <p:nvPr/>
        </p:nvSpPr>
        <p:spPr>
          <a:xfrm rot="3011461">
            <a:off x="6472740" y="2296571"/>
            <a:ext cx="1537793" cy="535531"/>
          </a:xfrm>
          <a:prstGeom prst="rect">
            <a:avLst/>
          </a:prstGeom>
          <a:noFill/>
        </p:spPr>
        <p:txBody>
          <a:bodyPr wrap="none" rtlCol="0">
            <a:spAutoFit/>
          </a:bodyPr>
          <a:lstStyle/>
          <a:p>
            <a:pPr defTabSz="457143">
              <a:lnSpc>
                <a:spcPct val="120000"/>
              </a:lnSpc>
              <a:defRPr/>
            </a:pPr>
            <a:r>
              <a:rPr lang="en-US" sz="2400" dirty="0">
                <a:solidFill>
                  <a:srgbClr val="666666"/>
                </a:solidFill>
                <a:latin typeface="+mj-lt"/>
                <a:cs typeface="Trebuchet MS"/>
              </a:rPr>
              <a:t>Implement</a:t>
            </a:r>
          </a:p>
        </p:txBody>
      </p:sp>
      <p:sp>
        <p:nvSpPr>
          <p:cNvPr id="52" name="TextBox 51"/>
          <p:cNvSpPr txBox="1"/>
          <p:nvPr/>
        </p:nvSpPr>
        <p:spPr>
          <a:xfrm rot="19248175">
            <a:off x="6583538" y="4673052"/>
            <a:ext cx="964751" cy="535531"/>
          </a:xfrm>
          <a:prstGeom prst="rect">
            <a:avLst/>
          </a:prstGeom>
          <a:noFill/>
        </p:spPr>
        <p:txBody>
          <a:bodyPr wrap="none" rtlCol="0">
            <a:spAutoFit/>
          </a:bodyPr>
          <a:lstStyle/>
          <a:p>
            <a:pPr defTabSz="457143">
              <a:lnSpc>
                <a:spcPct val="120000"/>
              </a:lnSpc>
              <a:defRPr/>
            </a:pPr>
            <a:r>
              <a:rPr lang="en-US" sz="2400" dirty="0">
                <a:solidFill>
                  <a:srgbClr val="666666"/>
                </a:solidFill>
                <a:latin typeface="+mj-lt"/>
                <a:cs typeface="Trebuchet MS"/>
              </a:rPr>
              <a:t>Adjust</a:t>
            </a:r>
          </a:p>
        </p:txBody>
      </p:sp>
      <p:graphicFrame>
        <p:nvGraphicFramePr>
          <p:cNvPr id="53" name="Chart 52"/>
          <p:cNvGraphicFramePr/>
          <p:nvPr>
            <p:extLst/>
          </p:nvPr>
        </p:nvGraphicFramePr>
        <p:xfrm>
          <a:off x="4714852" y="2500270"/>
          <a:ext cx="2253117" cy="2263949"/>
        </p:xfrm>
        <a:graphic>
          <a:graphicData uri="http://schemas.openxmlformats.org/drawingml/2006/chart">
            <c:chart xmlns:c="http://schemas.openxmlformats.org/drawingml/2006/chart" xmlns:r="http://schemas.openxmlformats.org/officeDocument/2006/relationships" r:id="rId3"/>
          </a:graphicData>
        </a:graphic>
      </p:graphicFrame>
      <p:sp>
        <p:nvSpPr>
          <p:cNvPr id="54" name="Oval 53"/>
          <p:cNvSpPr/>
          <p:nvPr/>
        </p:nvSpPr>
        <p:spPr>
          <a:xfrm>
            <a:off x="5364068" y="3154902"/>
            <a:ext cx="954685" cy="954685"/>
          </a:xfrm>
          <a:prstGeom prst="ellipse">
            <a:avLst/>
          </a:prstGeom>
          <a:solidFill>
            <a:sysClr val="window" lastClr="FFFFFF"/>
          </a:solidFill>
          <a:ln w="9525" cap="flat" cmpd="sng" algn="ctr">
            <a:noFill/>
            <a:prstDash val="solid"/>
          </a:ln>
          <a:effectLst/>
        </p:spPr>
        <p:txBody>
          <a:bodyPr rtlCol="0" anchor="ctr"/>
          <a:lstStyle/>
          <a:p>
            <a:pPr algn="ctr" defTabSz="457143">
              <a:defRPr/>
            </a:pPr>
            <a:endParaRPr lang="en-US" sz="2400" kern="0" dirty="0">
              <a:solidFill>
                <a:prstClr val="white"/>
              </a:solidFill>
              <a:latin typeface="+mj-lt"/>
            </a:endParaRPr>
          </a:p>
        </p:txBody>
      </p:sp>
      <p:sp>
        <p:nvSpPr>
          <p:cNvPr id="55" name="TextBox 54"/>
          <p:cNvSpPr txBox="1"/>
          <p:nvPr/>
        </p:nvSpPr>
        <p:spPr>
          <a:xfrm rot="493028">
            <a:off x="5321759" y="4110091"/>
            <a:ext cx="842923" cy="338491"/>
          </a:xfrm>
          <a:prstGeom prst="rect">
            <a:avLst/>
          </a:prstGeom>
          <a:noFill/>
        </p:spPr>
        <p:txBody>
          <a:bodyPr wrap="none" rtlCol="0">
            <a:spAutoFit/>
          </a:bodyPr>
          <a:lstStyle/>
          <a:p>
            <a:pPr defTabSz="457143">
              <a:lnSpc>
                <a:spcPct val="120000"/>
              </a:lnSpc>
              <a:defRPr/>
            </a:pPr>
            <a:r>
              <a:rPr lang="en-US" sz="1333" b="1" dirty="0">
                <a:solidFill>
                  <a:prstClr val="white"/>
                </a:solidFill>
                <a:latin typeface="+mj-lt"/>
                <a:cs typeface="Trebuchet MS"/>
              </a:rPr>
              <a:t>Transition</a:t>
            </a:r>
          </a:p>
        </p:txBody>
      </p:sp>
      <p:sp>
        <p:nvSpPr>
          <p:cNvPr id="56" name="TextBox 55"/>
          <p:cNvSpPr txBox="1"/>
          <p:nvPr/>
        </p:nvSpPr>
        <p:spPr>
          <a:xfrm rot="18840980">
            <a:off x="4900699" y="3028305"/>
            <a:ext cx="860941" cy="338491"/>
          </a:xfrm>
          <a:prstGeom prst="rect">
            <a:avLst/>
          </a:prstGeom>
          <a:noFill/>
        </p:spPr>
        <p:txBody>
          <a:bodyPr wrap="none" rtlCol="0">
            <a:spAutoFit/>
          </a:bodyPr>
          <a:lstStyle/>
          <a:p>
            <a:pPr defTabSz="457143">
              <a:lnSpc>
                <a:spcPct val="120000"/>
              </a:lnSpc>
              <a:defRPr/>
            </a:pPr>
            <a:r>
              <a:rPr lang="en-US" sz="1333" b="1" dirty="0">
                <a:solidFill>
                  <a:prstClr val="white"/>
                </a:solidFill>
                <a:latin typeface="+mj-lt"/>
                <a:cs typeface="Trebuchet MS"/>
              </a:rPr>
              <a:t>Operation</a:t>
            </a:r>
          </a:p>
        </p:txBody>
      </p:sp>
      <p:sp>
        <p:nvSpPr>
          <p:cNvPr id="57" name="TextBox 56"/>
          <p:cNvSpPr txBox="1"/>
          <p:nvPr/>
        </p:nvSpPr>
        <p:spPr>
          <a:xfrm rot="4027116">
            <a:off x="6161699" y="3211783"/>
            <a:ext cx="638316" cy="338491"/>
          </a:xfrm>
          <a:prstGeom prst="rect">
            <a:avLst/>
          </a:prstGeom>
          <a:noFill/>
        </p:spPr>
        <p:txBody>
          <a:bodyPr wrap="none" rtlCol="0">
            <a:spAutoFit/>
          </a:bodyPr>
          <a:lstStyle/>
          <a:p>
            <a:pPr defTabSz="457143">
              <a:lnSpc>
                <a:spcPct val="120000"/>
              </a:lnSpc>
              <a:defRPr/>
            </a:pPr>
            <a:r>
              <a:rPr lang="en-US" sz="1333" b="1" dirty="0">
                <a:solidFill>
                  <a:prstClr val="white"/>
                </a:solidFill>
                <a:latin typeface="+mj-lt"/>
                <a:cs typeface="Trebuchet MS"/>
              </a:rPr>
              <a:t>Design</a:t>
            </a:r>
          </a:p>
        </p:txBody>
      </p:sp>
      <p:cxnSp>
        <p:nvCxnSpPr>
          <p:cNvPr id="58" name="Straight Connector 57"/>
          <p:cNvCxnSpPr/>
          <p:nvPr/>
        </p:nvCxnSpPr>
        <p:spPr>
          <a:xfrm>
            <a:off x="8245745" y="4463439"/>
            <a:ext cx="3164507" cy="0"/>
          </a:xfrm>
          <a:prstGeom prst="line">
            <a:avLst/>
          </a:prstGeom>
          <a:noFill/>
          <a:ln w="12700" cap="flat" cmpd="sng" algn="ctr">
            <a:solidFill>
              <a:srgbClr val="39C1D7"/>
            </a:solidFill>
            <a:prstDash val="solid"/>
          </a:ln>
          <a:effectLst/>
        </p:spPr>
      </p:cxnSp>
      <p:sp>
        <p:nvSpPr>
          <p:cNvPr id="59" name="Rectangle 58"/>
          <p:cNvSpPr/>
          <p:nvPr/>
        </p:nvSpPr>
        <p:spPr>
          <a:xfrm>
            <a:off x="8449131" y="4093316"/>
            <a:ext cx="3039980" cy="461665"/>
          </a:xfrm>
          <a:prstGeom prst="rect">
            <a:avLst/>
          </a:prstGeom>
        </p:spPr>
        <p:txBody>
          <a:bodyPr wrap="square">
            <a:spAutoFit/>
          </a:bodyPr>
          <a:lstStyle/>
          <a:p>
            <a:pPr defTabSz="914354">
              <a:defRPr/>
            </a:pPr>
            <a:r>
              <a:rPr lang="en-US" sz="1600" dirty="0">
                <a:solidFill>
                  <a:srgbClr val="464547"/>
                </a:solidFill>
                <a:latin typeface="+mj-lt"/>
              </a:rPr>
              <a:t>STEP</a:t>
            </a:r>
            <a:r>
              <a:rPr lang="en-US" sz="2400" dirty="0">
                <a:solidFill>
                  <a:srgbClr val="464547"/>
                </a:solidFill>
                <a:latin typeface="+mj-lt"/>
              </a:rPr>
              <a:t> </a:t>
            </a:r>
            <a:r>
              <a:rPr lang="en-US" sz="1600" dirty="0">
                <a:solidFill>
                  <a:srgbClr val="464547"/>
                </a:solidFill>
                <a:latin typeface="+mj-lt"/>
              </a:rPr>
              <a:t>4</a:t>
            </a:r>
          </a:p>
        </p:txBody>
      </p:sp>
    </p:spTree>
    <p:extLst>
      <p:ext uri="{BB962C8B-B14F-4D97-AF65-F5344CB8AC3E}">
        <p14:creationId xmlns:p14="http://schemas.microsoft.com/office/powerpoint/2010/main" val="28527087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982" y="365125"/>
            <a:ext cx="11707091" cy="729384"/>
          </a:xfrm>
        </p:spPr>
        <p:txBody>
          <a:bodyPr>
            <a:normAutofit fontScale="90000"/>
          </a:bodyPr>
          <a:lstStyle/>
          <a:p>
            <a:r>
              <a:rPr lang="en-US" b="1" dirty="0" smtClean="0">
                <a:solidFill>
                  <a:srgbClr val="FF0066"/>
                </a:solidFill>
              </a:rPr>
              <a:t/>
            </a:r>
            <a:br>
              <a:rPr lang="en-US" b="1" dirty="0" smtClean="0">
                <a:solidFill>
                  <a:srgbClr val="FF0066"/>
                </a:solidFill>
              </a:rPr>
            </a:br>
            <a:r>
              <a:rPr lang="en-US" b="1" dirty="0" smtClean="0">
                <a:solidFill>
                  <a:srgbClr val="FF0066"/>
                </a:solidFill>
              </a:rPr>
              <a:t>ITIL/ ITSM DRIVEN PROCESS FRAMEWORK IN A NUTSHELL</a:t>
            </a:r>
            <a:br>
              <a:rPr lang="en-US" b="1" dirty="0" smtClean="0">
                <a:solidFill>
                  <a:srgbClr val="FF0066"/>
                </a:solidFill>
              </a:rPr>
            </a:br>
            <a:endParaRPr lang="en-US" b="1" dirty="0">
              <a:solidFill>
                <a:srgbClr val="FF0066"/>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8890" y="1468583"/>
            <a:ext cx="7621113" cy="5098472"/>
          </a:xfrm>
          <a:prstGeom prst="rect">
            <a:avLst/>
          </a:prstGeom>
        </p:spPr>
      </p:pic>
      <p:pic>
        <p:nvPicPr>
          <p:cNvPr id="5" name="Picture 4"/>
          <p:cNvPicPr>
            <a:picLocks noChangeAspect="1"/>
          </p:cNvPicPr>
          <p:nvPr/>
        </p:nvPicPr>
        <p:blipFill>
          <a:blip r:embed="rId4"/>
          <a:stretch>
            <a:fillRect/>
          </a:stretch>
        </p:blipFill>
        <p:spPr>
          <a:xfrm>
            <a:off x="96983" y="1591591"/>
            <a:ext cx="4680900" cy="2370809"/>
          </a:xfrm>
          <a:prstGeom prst="rect">
            <a:avLst/>
          </a:prstGeom>
        </p:spPr>
      </p:pic>
      <p:pic>
        <p:nvPicPr>
          <p:cNvPr id="7" name="Picture 6"/>
          <p:cNvPicPr>
            <a:picLocks noChangeAspect="1"/>
          </p:cNvPicPr>
          <p:nvPr/>
        </p:nvPicPr>
        <p:blipFill>
          <a:blip r:embed="rId5"/>
          <a:stretch>
            <a:fillRect/>
          </a:stretch>
        </p:blipFill>
        <p:spPr>
          <a:xfrm>
            <a:off x="0" y="4210906"/>
            <a:ext cx="4031673" cy="2248076"/>
          </a:xfrm>
          <a:prstGeom prst="rect">
            <a:avLst/>
          </a:prstGeom>
        </p:spPr>
      </p:pic>
    </p:spTree>
    <p:extLst>
      <p:ext uri="{BB962C8B-B14F-4D97-AF65-F5344CB8AC3E}">
        <p14:creationId xmlns:p14="http://schemas.microsoft.com/office/powerpoint/2010/main" val="39558154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
    <a:dk1>
      <a:srgbClr val="464547"/>
    </a:dk1>
    <a:lt1>
      <a:sysClr val="window" lastClr="FFFFFF"/>
    </a:lt1>
    <a:dk2>
      <a:srgbClr val="666666"/>
    </a:dk2>
    <a:lt2>
      <a:srgbClr val="999999"/>
    </a:lt2>
    <a:accent1>
      <a:srgbClr val="CCCCCC"/>
    </a:accent1>
    <a:accent2>
      <a:srgbClr val="39C2D7"/>
    </a:accent2>
    <a:accent3>
      <a:srgbClr val="1A9CB0"/>
    </a:accent3>
    <a:accent4>
      <a:srgbClr val="A3C644"/>
    </a:accent4>
    <a:accent5>
      <a:srgbClr val="7F993A"/>
    </a:accent5>
    <a:accent6>
      <a:srgbClr val="B22746"/>
    </a:accent6>
    <a:hlink>
      <a:srgbClr val="1A9CB0"/>
    </a:hlink>
    <a:folHlink>
      <a:srgbClr val="E99EAF"/>
    </a:folHlink>
  </a:clrScheme>
  <a:fontScheme name="Custom 2">
    <a:majorFont>
      <a:latin typeface="Oswald"/>
      <a:ea typeface=""/>
      <a:cs typeface=""/>
    </a:majorFont>
    <a:minorFont>
      <a:latin typeface="Trebuchet MS"/>
      <a:ea typeface=""/>
      <a:cs typeface=""/>
    </a:minorFont>
  </a:fontScheme>
  <a:fmtScheme name="Smokey Glass">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Custom 1">
    <a:dk1>
      <a:srgbClr val="464547"/>
    </a:dk1>
    <a:lt1>
      <a:sysClr val="window" lastClr="FFFFFF"/>
    </a:lt1>
    <a:dk2>
      <a:srgbClr val="666666"/>
    </a:dk2>
    <a:lt2>
      <a:srgbClr val="999999"/>
    </a:lt2>
    <a:accent1>
      <a:srgbClr val="CCCCCC"/>
    </a:accent1>
    <a:accent2>
      <a:srgbClr val="39C2D7"/>
    </a:accent2>
    <a:accent3>
      <a:srgbClr val="1A9CB0"/>
    </a:accent3>
    <a:accent4>
      <a:srgbClr val="A3C644"/>
    </a:accent4>
    <a:accent5>
      <a:srgbClr val="7F993A"/>
    </a:accent5>
    <a:accent6>
      <a:srgbClr val="B22746"/>
    </a:accent6>
    <a:hlink>
      <a:srgbClr val="1A9CB0"/>
    </a:hlink>
    <a:folHlink>
      <a:srgbClr val="E99EAF"/>
    </a:folHlink>
  </a:clrScheme>
  <a:fontScheme name="Custom 2">
    <a:majorFont>
      <a:latin typeface="Oswald"/>
      <a:ea typeface=""/>
      <a:cs typeface=""/>
    </a:majorFont>
    <a:minorFont>
      <a:latin typeface="Trebuchet MS"/>
      <a:ea typeface=""/>
      <a:cs typeface=""/>
    </a:minorFont>
  </a:fontScheme>
  <a:fmtScheme name="Smokey Glass">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482</TotalTime>
  <Words>2183</Words>
  <Application>Microsoft Office PowerPoint</Application>
  <PresentationFormat>Widescreen</PresentationFormat>
  <Paragraphs>387</Paragraphs>
  <Slides>39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Calibri</vt:lpstr>
      <vt:lpstr>Calibri Light</vt:lpstr>
      <vt:lpstr>Symbol</vt:lpstr>
      <vt:lpstr>Times New Roman</vt:lpstr>
      <vt:lpstr>Trebuchet MS</vt:lpstr>
      <vt:lpstr>Wingdings</vt:lpstr>
      <vt:lpstr>Office Theme</vt:lpstr>
      <vt:lpstr>BASIC ITIL TRAINING</vt:lpstr>
      <vt:lpstr>Introduction &amp; Overview</vt:lpstr>
      <vt:lpstr>What is ITIL?</vt:lpstr>
      <vt:lpstr>What about v3?</vt:lpstr>
      <vt:lpstr>Key Concepts (1/4)</vt:lpstr>
      <vt:lpstr>Key Concepts (2/4)</vt:lpstr>
      <vt:lpstr>Key Concepts (3/4)</vt:lpstr>
      <vt:lpstr>Key Concepts(4/4)</vt:lpstr>
      <vt:lpstr>4 P’s of Service Management</vt:lpstr>
      <vt:lpstr>Service Delivery Strategies</vt:lpstr>
      <vt:lpstr>Service Delivery Levels</vt:lpstr>
      <vt:lpstr>         Service Lifecycle &amp; 5 Lifecycle Stages</vt:lpstr>
      <vt:lpstr>Processes &amp; Functions</vt:lpstr>
      <vt:lpstr>ITIL Roles (Owner vs. Manager)</vt:lpstr>
      <vt:lpstr>… more Roles</vt:lpstr>
      <vt:lpstr>The 5 Service Lifecycle Stages</vt:lpstr>
      <vt:lpstr>Stage 1 – Service Strategy</vt:lpstr>
      <vt:lpstr>Service Strategy has four activities</vt:lpstr>
      <vt:lpstr>Service Assets</vt:lpstr>
      <vt:lpstr>Service Portfolio Management</vt:lpstr>
      <vt:lpstr>Demand Management</vt:lpstr>
      <vt:lpstr>Stage 2 – Service Design</vt:lpstr>
      <vt:lpstr>Processes in Service Design</vt:lpstr>
      <vt:lpstr>P#1 – Service Catalogue</vt:lpstr>
      <vt:lpstr>P#2 – Service Level Management</vt:lpstr>
      <vt:lpstr>Things you might find in an SLA</vt:lpstr>
      <vt:lpstr>Types of SLA</vt:lpstr>
      <vt:lpstr>SLA, an example</vt:lpstr>
      <vt:lpstr>SLA, more examples</vt:lpstr>
      <vt:lpstr>P#3 – Capacity Management </vt:lpstr>
      <vt:lpstr>P#4 – Information Security Management</vt:lpstr>
      <vt:lpstr>P#5 – Availability Management</vt:lpstr>
      <vt:lpstr>P#6 – ITSCM</vt:lpstr>
      <vt:lpstr>Standby for lift-off...</vt:lpstr>
      <vt:lpstr>… not to be confused …</vt:lpstr>
      <vt:lpstr>P#7 – Supplier Management</vt:lpstr>
      <vt:lpstr>Service Transition Process</vt:lpstr>
      <vt:lpstr>Continuous Improvement Program</vt:lpstr>
      <vt:lpstr> ITIL/ ITSM DRIVEN PROCESS FRAMEWORK IN A NUTSHELL </vt:lpstr>
    </vt:vector>
  </TitlesOfParts>
  <Company>EPAM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ITIL TRAINING</dc:title>
  <dc:creator>Narendra Tayi</dc:creator>
  <cp:lastModifiedBy>Narendra Tayi</cp:lastModifiedBy>
  <cp:revision>18</cp:revision>
  <dcterms:created xsi:type="dcterms:W3CDTF">2020-01-28T06:33:37Z</dcterms:created>
  <dcterms:modified xsi:type="dcterms:W3CDTF">2020-10-26T13:14:02Z</dcterms:modified>
</cp:coreProperties>
</file>