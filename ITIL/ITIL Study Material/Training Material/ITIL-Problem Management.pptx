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695E5-59E4-4922-9B00-0D1D91B11DAC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ED849-4BA8-40D8-B41C-2F110BD61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67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14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6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75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0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65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15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34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72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13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92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8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91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64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0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1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33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8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3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18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48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9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6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1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6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9A6A1-DDA3-4E6D-8032-F7C9E4B773C5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472C7-7883-4D62-9044-E3DA27A68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88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22362"/>
            <a:ext cx="11182350" cy="2459038"/>
          </a:xfrm>
        </p:spPr>
        <p:txBody>
          <a:bodyPr/>
          <a:lstStyle/>
          <a:p>
            <a:r>
              <a:rPr lang="en-US" sz="5000" b="1" dirty="0" smtClean="0"/>
              <a:t>PROBLEM MANAGEMENT PROCESS</a:t>
            </a:r>
            <a:endParaRPr lang="en-US" sz="5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9750" y="4419600"/>
            <a:ext cx="9144000" cy="1143000"/>
          </a:xfrm>
        </p:spPr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92D050"/>
                </a:solidFill>
              </a:rPr>
              <a:t>ITIL-V3</a:t>
            </a:r>
            <a:endParaRPr lang="en-US" sz="60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78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67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9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7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2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92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16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31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45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26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8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43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2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26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3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13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</Words>
  <Application>Microsoft Office PowerPoint</Application>
  <PresentationFormat>Widescreen</PresentationFormat>
  <Paragraphs>17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PROBLEM MANAGEMENT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MANAGEMENT PROCESS</dc:title>
  <dc:creator>Narendra Tayi</dc:creator>
  <cp:lastModifiedBy>Narendra Tayi</cp:lastModifiedBy>
  <cp:revision>1</cp:revision>
  <dcterms:created xsi:type="dcterms:W3CDTF">2020-01-29T06:06:02Z</dcterms:created>
  <dcterms:modified xsi:type="dcterms:W3CDTF">2020-07-15T10:29:02Z</dcterms:modified>
</cp:coreProperties>
</file>