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01" autoAdjust="0"/>
  </p:normalViewPr>
  <p:slideViewPr>
    <p:cSldViewPr snapToGrid="0">
      <p:cViewPr varScale="1">
        <p:scale>
          <a:sx n="68" d="100"/>
          <a:sy n="68" d="100"/>
        </p:scale>
        <p:origin x="792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711B2-8BF3-4C26-AD09-8A46259ACC2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D8593-A140-45DA-81C6-ED41144DA7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96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7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3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76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161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940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46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27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21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50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36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7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19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703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956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013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70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332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96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8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4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41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7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47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4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04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9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8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1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90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6F9E7-7062-4C60-8597-4C8EF1A24E93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2F079-208F-4D20-98DE-6214A8E220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4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b="1" dirty="0" smtClean="0"/>
              <a:t> INCIDENT MANAGEMENT 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5637" y="4038135"/>
            <a:ext cx="9233095" cy="1082505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92D050"/>
                </a:solidFill>
              </a:rPr>
              <a:t>ITIL-V3</a:t>
            </a:r>
            <a:endParaRPr lang="en-US" sz="5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90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928209" cy="969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5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5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5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9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47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8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3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63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34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1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6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93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57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62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86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78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0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</Words>
  <Application>Microsoft Office PowerPoint</Application>
  <PresentationFormat>Widescreen</PresentationFormat>
  <Paragraphs>20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 INCIDENT MANAGEMENT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INCIDENT MANAGEMENT PROCESS</dc:title>
  <dc:creator>Narendra Tayi</dc:creator>
  <cp:lastModifiedBy>Narendra Tayi</cp:lastModifiedBy>
  <cp:revision>1</cp:revision>
  <dcterms:created xsi:type="dcterms:W3CDTF">2020-01-29T05:58:46Z</dcterms:created>
  <dcterms:modified xsi:type="dcterms:W3CDTF">2020-10-15T08:46:48Z</dcterms:modified>
</cp:coreProperties>
</file>