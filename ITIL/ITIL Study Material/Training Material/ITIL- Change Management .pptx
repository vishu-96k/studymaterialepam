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D8D53-39AC-40D4-97C9-6339558E6A13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92FA8-C235-4ACF-A4E1-4140B5479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1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3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81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02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71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29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1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63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7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53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09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4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7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84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0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9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35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4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6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1100D-3324-466C-BDC9-4A0F3176829F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3679-0389-4D45-A957-CB3A0F1D1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3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2" y="1122363"/>
            <a:ext cx="11901055" cy="2202728"/>
          </a:xfrm>
        </p:spPr>
        <p:txBody>
          <a:bodyPr>
            <a:normAutofit/>
          </a:bodyPr>
          <a:lstStyle/>
          <a:p>
            <a:r>
              <a:rPr lang="en-US" sz="5000" b="1" dirty="0"/>
              <a:t> CHANGE MANAGEMENT PROCESS</a:t>
            </a:r>
            <a:endParaRPr lang="en-US" sz="5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5638" y="4038137"/>
            <a:ext cx="9233095" cy="1082505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92D050"/>
                </a:solidFill>
              </a:rPr>
              <a:t>ITIL-V3</a:t>
            </a:r>
            <a:endParaRPr lang="en-US" sz="5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674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25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04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7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44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87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99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1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76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10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 CHANGE MANAGEMENT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CHANGE MANAGEMENT PROCESS</dc:title>
  <dc:creator>Narendra Tayi</dc:creator>
  <cp:lastModifiedBy>Narendra Tayi</cp:lastModifiedBy>
  <cp:revision>1</cp:revision>
  <dcterms:created xsi:type="dcterms:W3CDTF">2020-07-15T10:39:59Z</dcterms:created>
  <dcterms:modified xsi:type="dcterms:W3CDTF">2020-07-15T10:40:25Z</dcterms:modified>
</cp:coreProperties>
</file>