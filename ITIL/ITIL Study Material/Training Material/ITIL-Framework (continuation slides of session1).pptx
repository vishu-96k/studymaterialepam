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5"/>
  </p:sldMasterIdLst>
  <p:notesMasterIdLst>
    <p:notesMasterId r:id="rId11"/>
  </p:notesMasterIdLst>
  <p:handoutMasterIdLst>
    <p:handoutMasterId r:id="rId12"/>
  </p:handoutMasterIdLst>
  <p:sldIdLst>
    <p:sldId id="475" r:id="rId6"/>
    <p:sldId id="476" r:id="rId7"/>
    <p:sldId id="477" r:id="rId8"/>
    <p:sldId id="479" r:id="rId9"/>
    <p:sldId id="480" r:id="rId10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orient="horz" pos="764" userDrawn="1">
          <p15:clr>
            <a:srgbClr val="A4A3A4"/>
          </p15:clr>
        </p15:guide>
        <p15:guide id="3" orient="horz" pos="3544" userDrawn="1">
          <p15:clr>
            <a:srgbClr val="A4A3A4"/>
          </p15:clr>
        </p15:guide>
        <p15:guide id="4" orient="horz" pos="2159" userDrawn="1">
          <p15:clr>
            <a:srgbClr val="A4A3A4"/>
          </p15:clr>
        </p15:guide>
        <p15:guide id="5" orient="horz" pos="1374" userDrawn="1">
          <p15:clr>
            <a:srgbClr val="A4A3A4"/>
          </p15:clr>
        </p15:guide>
        <p15:guide id="6" orient="horz" pos="3699" userDrawn="1">
          <p15:clr>
            <a:srgbClr val="A4A3A4"/>
          </p15:clr>
        </p15:guide>
        <p15:guide id="7" orient="horz" pos="1151" userDrawn="1">
          <p15:clr>
            <a:srgbClr val="A4A3A4"/>
          </p15:clr>
        </p15:guide>
        <p15:guide id="8" pos="3896" userDrawn="1">
          <p15:clr>
            <a:srgbClr val="A4A3A4"/>
          </p15:clr>
        </p15:guide>
        <p15:guide id="9" pos="521" userDrawn="1">
          <p15:clr>
            <a:srgbClr val="A4A3A4"/>
          </p15:clr>
        </p15:guide>
        <p15:guide id="10" pos="4211" userDrawn="1">
          <p15:clr>
            <a:srgbClr val="A4A3A4"/>
          </p15:clr>
        </p15:guide>
        <p15:guide id="11" pos="7299" userDrawn="1">
          <p15:clr>
            <a:srgbClr val="A4A3A4"/>
          </p15:clr>
        </p15:guide>
        <p15:guide id="12" pos="5316" userDrawn="1">
          <p15:clr>
            <a:srgbClr val="A4A3A4"/>
          </p15:clr>
        </p15:guide>
        <p15:guide id="13" pos="291" userDrawn="1">
          <p15:clr>
            <a:srgbClr val="A4A3A4"/>
          </p15:clr>
        </p15:guide>
        <p15:guide id="14" pos="343" userDrawn="1">
          <p15:clr>
            <a:srgbClr val="A4A3A4"/>
          </p15:clr>
        </p15:guide>
        <p15:guide id="15" pos="6809" userDrawn="1">
          <p15:clr>
            <a:srgbClr val="A4A3A4"/>
          </p15:clr>
        </p15:guide>
        <p15:guide id="16" pos="6888" userDrawn="1">
          <p15:clr>
            <a:srgbClr val="A4A3A4"/>
          </p15:clr>
        </p15:guide>
        <p15:guide id="17" pos="647" userDrawn="1">
          <p15:clr>
            <a:srgbClr val="A4A3A4"/>
          </p15:clr>
        </p15:guide>
        <p15:guide id="18" orient="horz" pos="280">
          <p15:clr>
            <a:srgbClr val="A4A3A4"/>
          </p15:clr>
        </p15:guide>
        <p15:guide id="19" orient="horz" pos="573">
          <p15:clr>
            <a:srgbClr val="A4A3A4"/>
          </p15:clr>
        </p15:guide>
        <p15:guide id="20" orient="horz" pos="2658">
          <p15:clr>
            <a:srgbClr val="A4A3A4"/>
          </p15:clr>
        </p15:guide>
        <p15:guide id="21" orient="horz" pos="1619">
          <p15:clr>
            <a:srgbClr val="A4A3A4"/>
          </p15:clr>
        </p15:guide>
        <p15:guide id="22" orient="horz" pos="1031">
          <p15:clr>
            <a:srgbClr val="A4A3A4"/>
          </p15:clr>
        </p15:guide>
        <p15:guide id="23" orient="horz" pos="2774">
          <p15:clr>
            <a:srgbClr val="A4A3A4"/>
          </p15:clr>
        </p15:guide>
        <p15:guide id="24" orient="horz" pos="863">
          <p15:clr>
            <a:srgbClr val="A4A3A4"/>
          </p15:clr>
        </p15:guide>
        <p15:guide id="25" pos="2922">
          <p15:clr>
            <a:srgbClr val="A4A3A4"/>
          </p15:clr>
        </p15:guide>
        <p15:guide id="26" pos="391">
          <p15:clr>
            <a:srgbClr val="A4A3A4"/>
          </p15:clr>
        </p15:guide>
        <p15:guide id="27" pos="3158">
          <p15:clr>
            <a:srgbClr val="A4A3A4"/>
          </p15:clr>
        </p15:guide>
        <p15:guide id="28" pos="5474">
          <p15:clr>
            <a:srgbClr val="A4A3A4"/>
          </p15:clr>
        </p15:guide>
        <p15:guide id="29" pos="3987">
          <p15:clr>
            <a:srgbClr val="A4A3A4"/>
          </p15:clr>
        </p15:guide>
        <p15:guide id="30" pos="218">
          <p15:clr>
            <a:srgbClr val="A4A3A4"/>
          </p15:clr>
        </p15:guide>
        <p15:guide id="31" pos="257">
          <p15:clr>
            <a:srgbClr val="A4A3A4"/>
          </p15:clr>
        </p15:guide>
        <p15:guide id="32" pos="5107">
          <p15:clr>
            <a:srgbClr val="A4A3A4"/>
          </p15:clr>
        </p15:guide>
        <p15:guide id="33" pos="5166">
          <p15:clr>
            <a:srgbClr val="A4A3A4"/>
          </p15:clr>
        </p15:guide>
        <p15:guide id="34" pos="48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64" clrIdx="0"/>
  <p:cmAuthor id="2" name="Jillian Baum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66666"/>
    <a:srgbClr val="464547"/>
    <a:srgbClr val="B22746"/>
    <a:srgbClr val="A3C644"/>
    <a:srgbClr val="E6E6E6"/>
    <a:srgbClr val="CCCCCC"/>
    <a:srgbClr val="999999"/>
    <a:srgbClr val="2FC2D9"/>
    <a:srgbClr val="1A9CB0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88" autoAdjust="0"/>
  </p:normalViewPr>
  <p:slideViewPr>
    <p:cSldViewPr snapToGrid="0">
      <p:cViewPr varScale="1">
        <p:scale>
          <a:sx n="97" d="100"/>
          <a:sy n="97" d="100"/>
        </p:scale>
        <p:origin x="630" y="72"/>
      </p:cViewPr>
      <p:guideLst>
        <p:guide orient="horz" pos="373"/>
        <p:guide orient="horz" pos="764"/>
        <p:guide orient="horz" pos="3544"/>
        <p:guide orient="horz" pos="2159"/>
        <p:guide orient="horz" pos="1374"/>
        <p:guide orient="horz" pos="3699"/>
        <p:guide orient="horz" pos="1151"/>
        <p:guide pos="3896"/>
        <p:guide pos="521"/>
        <p:guide pos="4211"/>
        <p:guide pos="7299"/>
        <p:guide pos="5316"/>
        <p:guide pos="291"/>
        <p:guide pos="343"/>
        <p:guide pos="6809"/>
        <p:guide pos="6888"/>
        <p:guide pos="647"/>
        <p:guide orient="horz" pos="280"/>
        <p:guide orient="horz" pos="573"/>
        <p:guide orient="horz" pos="2658"/>
        <p:guide orient="horz" pos="1619"/>
        <p:guide orient="horz" pos="1031"/>
        <p:guide orient="horz" pos="2774"/>
        <p:guide orient="horz" pos="863"/>
        <p:guide pos="2922"/>
        <p:guide pos="391"/>
        <p:guide pos="3158"/>
        <p:guide pos="5474"/>
        <p:guide pos="3987"/>
        <p:guide pos="218"/>
        <p:guide pos="257"/>
        <p:guide pos="5107"/>
        <p:guide pos="5166"/>
        <p:guide pos="4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E9BF7-95E4-A242-BA1D-05FDCF603BE6}" type="datetime1">
              <a:rPr lang="en-US" smtClean="0"/>
              <a:t>10/26/2020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DC95D-4A3A-7D4E-AF7C-745F2732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45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DBCB1-0306-AD41-9452-11E7C08D5C04}" type="datetime1">
              <a:rPr lang="en-US" smtClean="0"/>
              <a:t>10/26/2020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90029-A909-AD4E-9775-A0D64990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208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51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32881" y="1417371"/>
            <a:ext cx="7450669" cy="744805"/>
          </a:xfrm>
          <a:prstGeom prst="rect">
            <a:avLst/>
          </a:prstGeom>
        </p:spPr>
        <p:txBody>
          <a:bodyPr lIns="68580" tIns="0" rIns="68580" bIns="3429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4100" kern="0" cap="all" spc="-75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58067" y="2879524"/>
            <a:ext cx="2626059" cy="277768"/>
          </a:xfrm>
          <a:prstGeom prst="rect">
            <a:avLst/>
          </a:prstGeom>
          <a:solidFill>
            <a:schemeClr val="accent2"/>
          </a:solidFill>
        </p:spPr>
        <p:txBody>
          <a:bodyPr wrap="none" lIns="68580" tIns="27432" rIns="68580" bIns="3429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1400" cap="all" baseline="0">
                <a:solidFill>
                  <a:srgbClr val="FFFFFF"/>
                </a:solidFill>
                <a:latin typeface="Arial Black"/>
                <a:cs typeface="Arial Black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SUBTITLE</a:t>
            </a:r>
            <a:endParaRPr lang="en-US" dirty="0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660399" y="4094614"/>
            <a:ext cx="3649662" cy="279797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MONTH DATE, YEAR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627880" y="504826"/>
            <a:ext cx="1243502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2286351" y="504825"/>
            <a:ext cx="1411591" cy="458881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073088" y="571499"/>
            <a:ext cx="0" cy="347382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4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Background Image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1556683"/>
            <a:ext cx="6910388" cy="595035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15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4500">
                <a:latin typeface="Arial Black"/>
                <a:cs typeface="Arial Black"/>
              </a:defRPr>
            </a:lvl2pPr>
            <a:lvl3pPr>
              <a:defRPr sz="4500">
                <a:latin typeface="Arial Black"/>
                <a:cs typeface="Arial Black"/>
              </a:defRPr>
            </a:lvl3pPr>
            <a:lvl4pPr>
              <a:defRPr sz="4500">
                <a:latin typeface="Arial Black"/>
                <a:cs typeface="Arial Black"/>
              </a:defRPr>
            </a:lvl4pPr>
            <a:lvl5pPr>
              <a:defRPr sz="45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60400" y="3340101"/>
            <a:ext cx="6488113" cy="284693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SUBTITLE</a:t>
            </a:r>
            <a:endParaRPr lang="en-US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660399" y="4094614"/>
            <a:ext cx="3649662" cy="279797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1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MONTH DATE, YEAR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627880" y="504826"/>
            <a:ext cx="1243502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47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699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20" tIns="34290" rIns="68580" bIns="34290" anchor="ctr" anchorCtr="0">
            <a:normAutofit/>
          </a:bodyPr>
          <a:lstStyle>
            <a:lvl1pPr marL="0" indent="0">
              <a:buNone/>
              <a:defRPr sz="20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8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699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20" tIns="34290" rIns="68580" bIns="34290" anchor="ctr" anchorCtr="0">
            <a:normAutofit/>
          </a:bodyPr>
          <a:lstStyle>
            <a:lvl1pPr marL="0" indent="0">
              <a:buNone/>
              <a:defRPr sz="20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352473" y="1078992"/>
            <a:ext cx="8339328" cy="33832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 dirty="0" smtClean="0">
                <a:solidFill>
                  <a:srgbClr val="444444"/>
                </a:solidFill>
              </a:rPr>
              <a:t>Click to add text - Lorem </a:t>
            </a:r>
            <a:r>
              <a:rPr lang="en-US" dirty="0" err="1" smtClean="0">
                <a:solidFill>
                  <a:srgbClr val="444444"/>
                </a:solidFill>
              </a:rPr>
              <a:t>ipsum</a:t>
            </a:r>
            <a:r>
              <a:rPr lang="en-US" dirty="0" smtClean="0">
                <a:solidFill>
                  <a:srgbClr val="444444"/>
                </a:solidFill>
              </a:rPr>
              <a:t> dolor sit </a:t>
            </a:r>
            <a:r>
              <a:rPr lang="en-US" dirty="0" err="1" smtClean="0">
                <a:solidFill>
                  <a:srgbClr val="444444"/>
                </a:solidFill>
              </a:rPr>
              <a:t>amet</a:t>
            </a:r>
            <a:r>
              <a:rPr lang="en-US" dirty="0" smtClean="0">
                <a:solidFill>
                  <a:srgbClr val="444444"/>
                </a:solidFill>
              </a:rPr>
              <a:t>, </a:t>
            </a:r>
            <a:r>
              <a:rPr lang="en-US" dirty="0" err="1" smtClean="0">
                <a:solidFill>
                  <a:srgbClr val="444444"/>
                </a:solidFill>
              </a:rPr>
              <a:t>consectetur</a:t>
            </a:r>
            <a:r>
              <a:rPr lang="en-US" dirty="0" smtClean="0">
                <a:solidFill>
                  <a:srgbClr val="444444"/>
                </a:solidFill>
              </a:rPr>
              <a:t> adipiscing </a:t>
            </a:r>
            <a:r>
              <a:rPr lang="en-US" dirty="0" err="1" smtClean="0">
                <a:solidFill>
                  <a:srgbClr val="444444"/>
                </a:solidFill>
              </a:rPr>
              <a:t>elit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Ut</a:t>
            </a:r>
            <a:r>
              <a:rPr lang="en-US" dirty="0" smtClean="0">
                <a:solidFill>
                  <a:srgbClr val="444444"/>
                </a:solidFill>
              </a:rPr>
              <a:t> vitae </a:t>
            </a:r>
            <a:r>
              <a:rPr lang="en-US" dirty="0" err="1" smtClean="0">
                <a:solidFill>
                  <a:srgbClr val="444444"/>
                </a:solidFill>
              </a:rPr>
              <a:t>laoreet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mauris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Sed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eleifend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lorem</a:t>
            </a:r>
            <a:r>
              <a:rPr lang="en-US" dirty="0" smtClean="0">
                <a:solidFill>
                  <a:srgbClr val="444444"/>
                </a:solidFill>
              </a:rPr>
              <a:t> a </a:t>
            </a:r>
            <a:r>
              <a:rPr lang="en-US" dirty="0" err="1" smtClean="0">
                <a:solidFill>
                  <a:srgbClr val="444444"/>
                </a:solidFill>
              </a:rPr>
              <a:t>purus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tincidunt</a:t>
            </a:r>
            <a:r>
              <a:rPr lang="en-US" dirty="0" smtClean="0">
                <a:solidFill>
                  <a:srgbClr val="444444"/>
                </a:solidFill>
              </a:rPr>
              <a:t>, a </a:t>
            </a:r>
            <a:r>
              <a:rPr lang="en-US" dirty="0" err="1" smtClean="0">
                <a:solidFill>
                  <a:srgbClr val="444444"/>
                </a:solidFill>
              </a:rPr>
              <a:t>malesuada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mauris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bibendum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Praesent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bibendum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justo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nec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metus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auctor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volutpat</a:t>
            </a:r>
            <a:r>
              <a:rPr lang="en-US" dirty="0" smtClean="0">
                <a:solidFill>
                  <a:srgbClr val="444444"/>
                </a:solidFill>
              </a:rPr>
              <a:t>. </a:t>
            </a:r>
            <a:r>
              <a:rPr lang="en-US" dirty="0" err="1" smtClean="0">
                <a:solidFill>
                  <a:srgbClr val="444444"/>
                </a:solidFill>
              </a:rPr>
              <a:t>Morbi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malesuada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mattis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eros</a:t>
            </a:r>
            <a:r>
              <a:rPr lang="en-US" dirty="0" smtClean="0">
                <a:solidFill>
                  <a:srgbClr val="444444"/>
                </a:solidFill>
              </a:rPr>
              <a:t>, </a:t>
            </a:r>
            <a:r>
              <a:rPr lang="en-US" dirty="0" err="1" smtClean="0">
                <a:solidFill>
                  <a:srgbClr val="444444"/>
                </a:solidFill>
              </a:rPr>
              <a:t>adipiscing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tempor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lorem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varius</a:t>
            </a:r>
            <a:r>
              <a:rPr lang="en-US" dirty="0" smtClean="0">
                <a:solidFill>
                  <a:srgbClr val="444444"/>
                </a:solidFill>
              </a:rPr>
              <a:t> </a:t>
            </a:r>
            <a:r>
              <a:rPr lang="en-US" dirty="0" err="1" smtClean="0">
                <a:solidFill>
                  <a:srgbClr val="444444"/>
                </a:solidFill>
              </a:rPr>
              <a:t>eget</a:t>
            </a:r>
            <a:r>
              <a:rPr lang="en-US" dirty="0" smtClean="0">
                <a:solidFill>
                  <a:srgbClr val="444444"/>
                </a:solidFill>
              </a:rPr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27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4762306"/>
            <a:ext cx="9144000" cy="3811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40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 smtClean="0"/>
              <a:t>Insert Image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872404" y="3947727"/>
            <a:ext cx="5014975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And Line 3 Here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72404" y="3394370"/>
            <a:ext cx="3688427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 smtClean="0"/>
              <a:t>Line 2 Here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2404" y="2869953"/>
            <a:ext cx="5285757" cy="647100"/>
          </a:xfrm>
          <a:prstGeom prst="rect">
            <a:avLst/>
          </a:prstGeom>
          <a:solidFill>
            <a:srgbClr val="2FC2D9"/>
          </a:solidFill>
          <a:ln>
            <a:noFill/>
          </a:ln>
        </p:spPr>
        <p:txBody>
          <a:bodyPr wrap="none" lIns="137160" tIns="27432" rIns="137160" bIns="34290" anchor="t">
            <a:spAutoFit/>
          </a:bodyPr>
          <a:lstStyle>
            <a:lvl1pPr algn="l">
              <a:defRPr sz="3800" b="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Type line 1 here</a:t>
            </a:r>
            <a:endParaRPr lang="en-US" dirty="0"/>
          </a:p>
        </p:txBody>
      </p:sp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781354" y="2496458"/>
            <a:ext cx="6488113" cy="692498"/>
          </a:xfrm>
          <a:prstGeom prst="rect">
            <a:avLst/>
          </a:prstGeom>
        </p:spPr>
        <p:txBody>
          <a:bodyPr lIns="68580" tIns="34290" rIns="68580" bIns="34290"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866628" y="2457127"/>
            <a:ext cx="3731155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OPTIONAL EYEBROW HEADER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8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704274"/>
            <a:ext cx="778669" cy="41563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>
              <a:solidFill>
                <a:srgbClr val="2FC2D9"/>
              </a:soli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699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20" tIns="34290" rIns="68580" bIns="34290" anchor="ctr" anchorCtr="0">
            <a:norm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None/>
              <a:tabLst/>
              <a:defRPr sz="2000" baseline="0">
                <a:latin typeface="Arial Black"/>
                <a:cs typeface="Arial Black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None/>
              <a:tabLst/>
              <a:defRPr/>
            </a:pPr>
            <a:r>
              <a:rPr lang="en-US" dirty="0" smtClean="0"/>
              <a:t>CLICK TO ADD TITLE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601266" y="2608236"/>
            <a:ext cx="348437" cy="348437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3475182"/>
            <a:ext cx="9144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01266" y="1222782"/>
            <a:ext cx="348437" cy="3484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Arial Black"/>
                <a:cs typeface="Arial Black"/>
              </a:rPr>
              <a:t>1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0" y="2089728"/>
            <a:ext cx="9144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 userDrawn="1"/>
        </p:nvSpPr>
        <p:spPr>
          <a:xfrm>
            <a:off x="601266" y="3993690"/>
            <a:ext cx="348437" cy="348437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1119620" y="924070"/>
            <a:ext cx="1536192" cy="960120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>
                <a:latin typeface="Arial Black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Arial Black"/>
                <a:cs typeface="Arial Black"/>
              </a:rPr>
              <a:t>LOREM IPSUM DOLOR SIT AMET DIAM</a:t>
            </a:r>
            <a:endParaRPr lang="en-US" sz="1200" dirty="0">
              <a:solidFill>
                <a:srgbClr val="444444"/>
              </a:solidFill>
              <a:latin typeface="Arial Black"/>
              <a:cs typeface="Arial Black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8" hasCustomPrompt="1"/>
          </p:nvPr>
        </p:nvSpPr>
        <p:spPr>
          <a:xfrm>
            <a:off x="2944813" y="924071"/>
            <a:ext cx="5806440" cy="960119"/>
          </a:xfrm>
          <a:prstGeom prst="rect">
            <a:avLst/>
          </a:prstGeom>
        </p:spPr>
        <p:txBody>
          <a:bodyPr vert="horz" anchor="ctr" anchorCtr="0"/>
          <a:lstStyle>
            <a:lvl1pPr marL="128588" indent="-128588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rgbClr val="2FC2D9"/>
              </a:buClr>
              <a:buFont typeface="Arial"/>
              <a:buChar char="•"/>
              <a:defRPr lang="en-US" sz="1200" dirty="0" smtClean="0">
                <a:solidFill>
                  <a:srgbClr val="444444"/>
                </a:solidFill>
                <a:cs typeface="Trebuchet MS"/>
              </a:defRPr>
            </a:lvl1pPr>
          </a:lstStyle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Lorem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ipsum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dolor sit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amet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,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consectetuer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adipiscing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</a:p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Sed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diam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nonummy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nibh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tincidunt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ut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laoreet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magna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erat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volutpat</a:t>
            </a:r>
            <a:endParaRPr lang="en-US" sz="1200" dirty="0" smtClean="0">
              <a:solidFill>
                <a:srgbClr val="444444"/>
              </a:solidFill>
              <a:latin typeface="+mn-lt"/>
              <a:cs typeface="Trebuchet MS"/>
            </a:endParaRPr>
          </a:p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Lorem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ipsum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dolor sit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amet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,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consectetuer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adipiscing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1119620" y="2309525"/>
            <a:ext cx="1536192" cy="960120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>
                <a:latin typeface="Arial Black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Arial Black"/>
                <a:cs typeface="Arial Black"/>
              </a:rPr>
              <a:t>LOREM IPSUM DOLOR SIT AMET DIAM</a:t>
            </a:r>
            <a:endParaRPr lang="en-US" sz="1200" dirty="0">
              <a:solidFill>
                <a:srgbClr val="444444"/>
              </a:solidFill>
              <a:latin typeface="Arial Black"/>
              <a:cs typeface="Arial Black"/>
            </a:endParaRPr>
          </a:p>
        </p:txBody>
      </p:sp>
      <p:sp>
        <p:nvSpPr>
          <p:cNvPr id="28" name="Text Placeholder 25"/>
          <p:cNvSpPr>
            <a:spLocks noGrp="1"/>
          </p:cNvSpPr>
          <p:nvPr>
            <p:ph type="body" sz="quarter" idx="20" hasCustomPrompt="1"/>
          </p:nvPr>
        </p:nvSpPr>
        <p:spPr>
          <a:xfrm>
            <a:off x="2944813" y="2309526"/>
            <a:ext cx="5806440" cy="960119"/>
          </a:xfrm>
          <a:prstGeom prst="rect">
            <a:avLst/>
          </a:prstGeom>
        </p:spPr>
        <p:txBody>
          <a:bodyPr vert="horz" anchor="ctr" anchorCtr="0"/>
          <a:lstStyle>
            <a:lvl1pPr marL="128588" indent="-128588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rgbClr val="2FC2D9"/>
              </a:buClr>
              <a:buFont typeface="Arial"/>
              <a:buChar char="•"/>
              <a:defRPr lang="en-US" sz="1200" dirty="0" smtClean="0">
                <a:solidFill>
                  <a:srgbClr val="444444"/>
                </a:solidFill>
                <a:cs typeface="Trebuchet MS"/>
              </a:defRPr>
            </a:lvl1pPr>
          </a:lstStyle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Lorem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ipsum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dolor sit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amet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,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consectetuer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adipiscing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</a:p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Sed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diam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nonummy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nibh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tincidunt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ut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laoreet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magna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erat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volutpat</a:t>
            </a:r>
            <a:endParaRPr lang="en-US" sz="1200" dirty="0" smtClean="0">
              <a:solidFill>
                <a:srgbClr val="444444"/>
              </a:solidFill>
              <a:latin typeface="+mn-lt"/>
              <a:cs typeface="Trebuchet MS"/>
            </a:endParaRPr>
          </a:p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Lorem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ipsum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dolor sit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amet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,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consectetuer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adipiscing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119620" y="3694980"/>
            <a:ext cx="1536192" cy="960120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>
                <a:latin typeface="Arial Black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200" dirty="0" smtClean="0">
                <a:solidFill>
                  <a:srgbClr val="444444"/>
                </a:solidFill>
                <a:latin typeface="Arial Black"/>
                <a:cs typeface="Arial Black"/>
              </a:rPr>
              <a:t>LOREM IPSUM DOLOR SIT AMET DIAM</a:t>
            </a:r>
            <a:endParaRPr lang="en-US" sz="1200" dirty="0">
              <a:solidFill>
                <a:srgbClr val="444444"/>
              </a:solidFill>
              <a:latin typeface="Arial Black"/>
              <a:cs typeface="Arial Black"/>
            </a:endParaRPr>
          </a:p>
        </p:txBody>
      </p:sp>
      <p:sp>
        <p:nvSpPr>
          <p:cNvPr id="30" name="Text Placeholder 25"/>
          <p:cNvSpPr>
            <a:spLocks noGrp="1"/>
          </p:cNvSpPr>
          <p:nvPr>
            <p:ph type="body" sz="quarter" idx="22" hasCustomPrompt="1"/>
          </p:nvPr>
        </p:nvSpPr>
        <p:spPr>
          <a:xfrm>
            <a:off x="2944813" y="3694981"/>
            <a:ext cx="5806440" cy="960119"/>
          </a:xfrm>
          <a:prstGeom prst="rect">
            <a:avLst/>
          </a:prstGeom>
        </p:spPr>
        <p:txBody>
          <a:bodyPr vert="horz" anchor="ctr" anchorCtr="0"/>
          <a:lstStyle>
            <a:lvl1pPr marL="128588" indent="-128588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rgbClr val="2FC2D9"/>
              </a:buClr>
              <a:buFont typeface="Arial"/>
              <a:buChar char="•"/>
              <a:defRPr lang="en-US" sz="1200" dirty="0" smtClean="0">
                <a:solidFill>
                  <a:srgbClr val="444444"/>
                </a:solidFill>
                <a:cs typeface="Trebuchet MS"/>
              </a:defRPr>
            </a:lvl1pPr>
          </a:lstStyle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Lorem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ipsum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dolor sit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amet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,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consectetuer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adipiscing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</a:p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Sed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diam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nonummy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nibh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tincidunt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ut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laoreet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magna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erat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volutpat</a:t>
            </a:r>
            <a:endParaRPr lang="en-US" sz="1200" dirty="0" smtClean="0">
              <a:solidFill>
                <a:srgbClr val="444444"/>
              </a:solidFill>
              <a:latin typeface="+mn-lt"/>
              <a:cs typeface="Trebuchet MS"/>
            </a:endParaRPr>
          </a:p>
          <a:p>
            <a:pPr marL="128588" indent="-128588">
              <a:lnSpc>
                <a:spcPct val="120000"/>
              </a:lnSpc>
              <a:spcAft>
                <a:spcPts val="750"/>
              </a:spcAft>
              <a:buClr>
                <a:srgbClr val="2FC2D9"/>
              </a:buClr>
              <a:buFont typeface="Arial"/>
              <a:buChar char="•"/>
            </a:pP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Lorem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ipsum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dolor sit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amet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,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consectetuer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  <a:r>
              <a:rPr lang="en-US" sz="1200" dirty="0" err="1" smtClean="0">
                <a:solidFill>
                  <a:srgbClr val="444444"/>
                </a:solidFill>
                <a:latin typeface="+mn-lt"/>
                <a:cs typeface="Trebuchet MS"/>
              </a:rPr>
              <a:t>adipiscing</a:t>
            </a:r>
            <a:r>
              <a:rPr lang="en-US" sz="1200" dirty="0" smtClean="0">
                <a:solidFill>
                  <a:srgbClr val="444444"/>
                </a:solidFill>
                <a:latin typeface="+mn-lt"/>
                <a:cs typeface="Trebuchet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8718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1A9CB0"/>
              </a:gs>
              <a:gs pos="100000">
                <a:srgbClr val="2FC2D9"/>
              </a:gs>
            </a:gsLst>
            <a:lin ang="176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85000"/>
              </a:lnSpc>
            </a:pPr>
            <a:endParaRPr lang="en-US" sz="1400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626532" y="2398060"/>
            <a:ext cx="7574494" cy="219140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34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ADD HEADLINE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38103" y="-141032"/>
            <a:ext cx="9627732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4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079898"/>
            <a:ext cx="8339328" cy="33832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>
                <a:solidFill>
                  <a:schemeClr val="tx1"/>
                </a:solidFill>
              </a:defRPr>
            </a:lvl1pPr>
            <a:lvl2pPr marL="557213" indent="-214313">
              <a:lnSpc>
                <a:spcPct val="120000"/>
              </a:lnSpc>
              <a:buClr>
                <a:schemeClr val="tx1"/>
              </a:buClr>
              <a:buSzPct val="100000"/>
              <a:buFont typeface="Lucida Grande"/>
              <a:buChar char="–"/>
              <a:defRPr sz="1200" baseline="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sz="1100" baseline="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add bulleted list</a:t>
            </a:r>
          </a:p>
          <a:p>
            <a:pPr lvl="1"/>
            <a:r>
              <a:rPr lang="en-US" dirty="0" smtClean="0"/>
              <a:t>Second Level Bullet</a:t>
            </a:r>
          </a:p>
          <a:p>
            <a:pPr lvl="2"/>
            <a:r>
              <a:rPr lang="en-US" dirty="0" smtClean="0"/>
              <a:t>Third Level Bullet</a:t>
            </a:r>
            <a:br>
              <a:rPr lang="en-US" dirty="0" smtClean="0"/>
            </a:br>
            <a:endParaRPr lang="en-US" dirty="0" smtClean="0"/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  <a:p>
            <a:pPr lvl="0"/>
            <a:r>
              <a:rPr lang="en-US" dirty="0" smtClean="0"/>
              <a:t>Click to add bulleted list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699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20" tIns="34290" rIns="68580" bIns="34290" anchor="ctr" anchorCtr="0">
            <a:normAutofit/>
          </a:bodyPr>
          <a:lstStyle>
            <a:lvl1pPr marL="0" indent="0">
              <a:buNone/>
              <a:defRPr sz="20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6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63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856480"/>
            <a:ext cx="9155206" cy="29822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400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7421113" y="4900039"/>
            <a:ext cx="1493520" cy="1923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r"/>
            <a:fld id="{C2C0EDAD-27A0-9447-9004-E733B36B95C3}" type="slidenum">
              <a:rPr lang="en-US" sz="800" b="0" i="0" smtClean="0">
                <a:solidFill>
                  <a:srgbClr val="CCCCCC"/>
                </a:solidFill>
                <a:latin typeface="Trebuchet MS"/>
                <a:cs typeface="Trebuchet MS"/>
              </a:rPr>
              <a:pPr algn="r"/>
              <a:t>‹#›</a:t>
            </a:fld>
            <a:endParaRPr lang="en-US" sz="800" b="0" i="0" dirty="0">
              <a:solidFill>
                <a:srgbClr val="CCCCCC"/>
              </a:solidFill>
              <a:latin typeface="Trebuchet MS"/>
              <a:cs typeface="Trebuchet M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80559" y="4921739"/>
            <a:ext cx="2316480" cy="1615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600" b="0" i="0" kern="0" spc="15" dirty="0" smtClean="0">
                <a:solidFill>
                  <a:schemeClr val="accent1"/>
                </a:solidFill>
                <a:latin typeface="Trebuchet MS"/>
                <a:cs typeface="Trebuchet MS"/>
              </a:rPr>
              <a:t>CONFIDENTIAL</a:t>
            </a:r>
            <a:endParaRPr lang="en-US" sz="600" b="0" i="0" kern="0" spc="15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13249" y="4940808"/>
            <a:ext cx="0" cy="123444"/>
          </a:xfrm>
          <a:prstGeom prst="line">
            <a:avLst/>
          </a:prstGeom>
          <a:ln w="31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footer.png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224" y="4931433"/>
            <a:ext cx="476250" cy="16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6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50" r:id="rId3"/>
    <p:sldLayoutId id="2147483751" r:id="rId4"/>
    <p:sldLayoutId id="2147483756" r:id="rId5"/>
    <p:sldLayoutId id="2147483759" r:id="rId6"/>
    <p:sldLayoutId id="2147483762" r:id="rId7"/>
    <p:sldLayoutId id="2147483711" r:id="rId8"/>
    <p:sldLayoutId id="2147483749" r:id="rId9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regent_street.jpg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" r="62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66628" y="2457127"/>
            <a:ext cx="4454361" cy="284693"/>
          </a:xfrm>
        </p:spPr>
        <p:txBody>
          <a:bodyPr/>
          <a:lstStyle/>
          <a:p>
            <a:r>
              <a:rPr lang="en-US" dirty="0" smtClean="0"/>
              <a:t>CONTINIOUS SERVICE IMPROVEMENT (CSI)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2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CONTINIOUS SERVICE IMPROVEMENT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/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2944813" y="750627"/>
            <a:ext cx="5806440" cy="1289713"/>
          </a:xfrm>
        </p:spPr>
        <p:txBody>
          <a:bodyPr/>
          <a:lstStyle/>
          <a:p>
            <a:r>
              <a:rPr lang="en-US" dirty="0"/>
              <a:t>To ensure continual improvements to IT Service Management Processes and IT Services (</a:t>
            </a:r>
            <a:r>
              <a:rPr lang="en-US" dirty="0" smtClean="0"/>
              <a:t>essentially anything </a:t>
            </a:r>
            <a:r>
              <a:rPr lang="en-US" dirty="0"/>
              <a:t>within the scope of IT Service Management).</a:t>
            </a:r>
            <a:endParaRPr lang="en-US" sz="3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ctr"/>
            <a:r>
              <a:rPr lang="en-US" dirty="0" smtClean="0"/>
              <a:t>PROCESSES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2944813" y="2190466"/>
            <a:ext cx="5806440" cy="1214650"/>
          </a:xfrm>
        </p:spPr>
        <p:txBody>
          <a:bodyPr numCol="1"/>
          <a:lstStyle/>
          <a:p>
            <a:r>
              <a:rPr lang="en-US" sz="1000" dirty="0" smtClean="0"/>
              <a:t>Event Management</a:t>
            </a:r>
          </a:p>
          <a:p>
            <a:r>
              <a:rPr lang="en-US" sz="1000" dirty="0" smtClean="0"/>
              <a:t>Request Fulfillment Management</a:t>
            </a:r>
          </a:p>
          <a:p>
            <a:r>
              <a:rPr lang="en-US" sz="1000" dirty="0" smtClean="0"/>
              <a:t>Access Management</a:t>
            </a:r>
          </a:p>
          <a:p>
            <a:r>
              <a:rPr lang="en-US" sz="1000" dirty="0" smtClean="0"/>
              <a:t>Incident Management</a:t>
            </a:r>
          </a:p>
          <a:p>
            <a:r>
              <a:rPr lang="en-US" sz="1000" dirty="0" smtClean="0"/>
              <a:t>Problem Management</a:t>
            </a:r>
            <a:endParaRPr lang="en-US" sz="1000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ctr"/>
            <a:r>
              <a:rPr lang="en-US" dirty="0" smtClean="0"/>
              <a:t>BENEFITS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944813" y="3507475"/>
            <a:ext cx="5806440" cy="1323832"/>
          </a:xfrm>
        </p:spPr>
        <p:txBody>
          <a:bodyPr/>
          <a:lstStyle/>
          <a:p>
            <a:r>
              <a:rPr lang="en-US" dirty="0" smtClean="0"/>
              <a:t>Increased </a:t>
            </a:r>
            <a:r>
              <a:rPr lang="en-US" dirty="0"/>
              <a:t>growth</a:t>
            </a:r>
          </a:p>
          <a:p>
            <a:r>
              <a:rPr lang="en-US" dirty="0" smtClean="0"/>
              <a:t>Competitive </a:t>
            </a:r>
            <a:r>
              <a:rPr lang="en-US" dirty="0"/>
              <a:t>Advantage</a:t>
            </a:r>
          </a:p>
          <a:p>
            <a:r>
              <a:rPr lang="en-US" dirty="0" smtClean="0"/>
              <a:t>Increased </a:t>
            </a:r>
            <a:r>
              <a:rPr lang="en-US" dirty="0"/>
              <a:t>Return On </a:t>
            </a:r>
            <a:r>
              <a:rPr lang="en-US" dirty="0" smtClean="0"/>
              <a:t>Investment (ROI)</a:t>
            </a:r>
            <a:endParaRPr lang="en-US" dirty="0"/>
          </a:p>
          <a:p>
            <a:r>
              <a:rPr lang="en-US" dirty="0" smtClean="0"/>
              <a:t>Increased </a:t>
            </a:r>
            <a:r>
              <a:rPr lang="en-US" dirty="0"/>
              <a:t>Value On </a:t>
            </a:r>
            <a:r>
              <a:rPr lang="en-US" dirty="0" smtClean="0"/>
              <a:t>Investment (VOI)</a:t>
            </a:r>
            <a:endParaRPr lang="en-US" sz="300" dirty="0"/>
          </a:p>
        </p:txBody>
      </p:sp>
    </p:spTree>
    <p:extLst>
      <p:ext uri="{BB962C8B-B14F-4D97-AF65-F5344CB8AC3E}">
        <p14:creationId xmlns:p14="http://schemas.microsoft.com/office/powerpoint/2010/main" val="188569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66628" y="2457127"/>
            <a:ext cx="3142783" cy="284693"/>
          </a:xfrm>
        </p:spPr>
        <p:txBody>
          <a:bodyPr/>
          <a:lstStyle/>
          <a:p>
            <a:r>
              <a:rPr lang="en-US" dirty="0" smtClean="0"/>
              <a:t>EXAMPLE: HOW IT WORKS IRL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6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SERVICE LIFECYCLE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-1678214" y="172358"/>
            <a:ext cx="138548" cy="3185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>
              <a:lnSpc>
                <a:spcPct val="120000"/>
              </a:lnSpc>
            </a:pPr>
            <a:endParaRPr lang="en-US" dirty="0" err="1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2335" y="819684"/>
            <a:ext cx="8339328" cy="338328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77722" y="2286073"/>
            <a:ext cx="1354605" cy="1117266"/>
            <a:chOff x="2188" y="1352052"/>
            <a:chExt cx="1354605" cy="1117266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2188" y="1352052"/>
              <a:ext cx="1354605" cy="1117266"/>
            </a:xfrm>
            <a:prstGeom prst="roundRect">
              <a:avLst>
                <a:gd name="adj" fmla="val 10000"/>
              </a:avLst>
            </a:prstGeom>
            <a:sp3d z="-300000" contourW="19050" prstMaterial="metal">
              <a:bevelT w="88900" h="203200"/>
              <a:bevelB w="165100" h="254000"/>
            </a:sp3d>
          </p:spPr>
          <p:style>
            <a:lnRef idx="0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ounded Rectangle 4"/>
            <p:cNvSpPr txBox="1"/>
            <p:nvPr/>
          </p:nvSpPr>
          <p:spPr>
            <a:xfrm>
              <a:off x="27899" y="1377763"/>
              <a:ext cx="1303183" cy="826429"/>
            </a:xfrm>
            <a:prstGeom prst="rect">
              <a:avLst/>
            </a:prstGeom>
            <a:sp3d z="-30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955" tIns="20955" rIns="20955" bIns="20955" numCol="1" spcCol="1270" anchor="t" anchorCtr="0">
              <a:noAutofit/>
            </a:bodyPr>
            <a:lstStyle/>
            <a:p>
              <a:pPr marL="57150" lvl="1" indent="-571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100" b="1" kern="1200" dirty="0" smtClean="0"/>
                <a:t/>
              </a:r>
              <a:br>
                <a:rPr lang="en-US" sz="1100" b="1" kern="1200" dirty="0" smtClean="0"/>
              </a:br>
              <a:r>
                <a:rPr lang="en-US" sz="1100" b="1" kern="1200" dirty="0" smtClean="0">
                  <a:solidFill>
                    <a:schemeClr val="accent6"/>
                  </a:solidFill>
                </a:rPr>
                <a:t>Business Aims Setting</a:t>
              </a:r>
              <a:r>
                <a:rPr lang="en-US" sz="1100" b="1" kern="1200" dirty="0" smtClean="0"/>
                <a:t/>
              </a:r>
              <a:br>
                <a:rPr lang="en-US" sz="1100" b="1" kern="1200" dirty="0" smtClean="0"/>
              </a:br>
              <a:r>
                <a:rPr lang="en-US" sz="1100" kern="1200" dirty="0" smtClean="0"/>
                <a:t>Aim: Effective Accounting</a:t>
              </a:r>
              <a:endParaRPr lang="en-US" sz="1100" b="1" kern="1200" dirty="0"/>
            </a:p>
          </p:txBody>
        </p:sp>
      </p:grpSp>
      <p:sp>
        <p:nvSpPr>
          <p:cNvPr id="16" name="Shape 15"/>
          <p:cNvSpPr/>
          <p:nvPr/>
        </p:nvSpPr>
        <p:spPr>
          <a:xfrm>
            <a:off x="980164" y="2486806"/>
            <a:ext cx="1543149" cy="1543149"/>
          </a:xfrm>
          <a:prstGeom prst="leftCircularArrow">
            <a:avLst>
              <a:gd name="adj1" fmla="val 3471"/>
              <a:gd name="adj2" fmla="val 430428"/>
              <a:gd name="adj3" fmla="val 2205938"/>
              <a:gd name="adj4" fmla="val 9024489"/>
              <a:gd name="adj5" fmla="val 4050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7" name="Group 16"/>
          <p:cNvGrpSpPr/>
          <p:nvPr/>
        </p:nvGrpSpPr>
        <p:grpSpPr>
          <a:xfrm>
            <a:off x="2229517" y="2286073"/>
            <a:ext cx="1354605" cy="1117266"/>
            <a:chOff x="1762395" y="1352052"/>
            <a:chExt cx="1354605" cy="1117266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8" name="Rounded Rectangle 17"/>
            <p:cNvSpPr/>
            <p:nvPr/>
          </p:nvSpPr>
          <p:spPr>
            <a:xfrm>
              <a:off x="1762395" y="1352052"/>
              <a:ext cx="1354605" cy="1117266"/>
            </a:xfrm>
            <a:prstGeom prst="roundRect">
              <a:avLst>
                <a:gd name="adj" fmla="val 10000"/>
              </a:avLst>
            </a:prstGeom>
            <a:sp3d z="-300000" contourW="19050" prstMaterial="metal">
              <a:bevelT w="88900" h="203200"/>
              <a:bevelB w="165100" h="254000"/>
            </a:sp3d>
          </p:spPr>
          <p:style>
            <a:lnRef idx="0">
              <a:schemeClr val="accent5">
                <a:hueOff val="4052954"/>
                <a:satOff val="4757"/>
                <a:lumOff val="294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Rounded Rectangle 4"/>
            <p:cNvSpPr txBox="1"/>
            <p:nvPr/>
          </p:nvSpPr>
          <p:spPr>
            <a:xfrm>
              <a:off x="1788106" y="1617178"/>
              <a:ext cx="1303183" cy="826429"/>
            </a:xfrm>
            <a:prstGeom prst="rect">
              <a:avLst/>
            </a:prstGeom>
            <a:sp3d z="-30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955" tIns="20955" rIns="20955" bIns="20955" numCol="1" spcCol="1270" anchor="t" anchorCtr="0">
              <a:noAutofit/>
            </a:bodyPr>
            <a:lstStyle/>
            <a:p>
              <a:pPr marL="57150" lvl="1" indent="-571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100" b="1" kern="1200" dirty="0" smtClean="0"/>
                <a:t/>
              </a:r>
              <a:br>
                <a:rPr lang="en-US" sz="1100" b="1" kern="1200" dirty="0" smtClean="0"/>
              </a:br>
              <a:r>
                <a:rPr lang="en-US" sz="1100" b="1" kern="1200" dirty="0" smtClean="0">
                  <a:solidFill>
                    <a:schemeClr val="accent6"/>
                  </a:solidFill>
                </a:rPr>
                <a:t>Transformation into IT Aims</a:t>
              </a:r>
              <a:r>
                <a:rPr lang="en-US" sz="1100" kern="1200" dirty="0" smtClean="0"/>
                <a:t>: Automation is needed</a:t>
              </a:r>
              <a:endParaRPr lang="en-US" sz="1100" kern="1200" dirty="0"/>
            </a:p>
          </p:txBody>
        </p:sp>
      </p:grpSp>
      <p:sp>
        <p:nvSpPr>
          <p:cNvPr id="23" name="Circular Arrow 22"/>
          <p:cNvSpPr/>
          <p:nvPr/>
        </p:nvSpPr>
        <p:spPr>
          <a:xfrm>
            <a:off x="2779084" y="1711293"/>
            <a:ext cx="1716237" cy="1716237"/>
          </a:xfrm>
          <a:prstGeom prst="circularArrow">
            <a:avLst>
              <a:gd name="adj1" fmla="val 3121"/>
              <a:gd name="adj2" fmla="val 383817"/>
              <a:gd name="adj3" fmla="val 19440672"/>
              <a:gd name="adj4" fmla="val 12575511"/>
              <a:gd name="adj5" fmla="val 3642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5403939"/>
              <a:satOff val="6343"/>
              <a:lumOff val="392"/>
              <a:alphaOff val="0"/>
            </a:schemeClr>
          </a:fillRef>
          <a:effectRef idx="0">
            <a:schemeClr val="accent5">
              <a:hueOff val="5403939"/>
              <a:satOff val="6343"/>
              <a:lumOff val="392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0" name="Group 19"/>
          <p:cNvGrpSpPr/>
          <p:nvPr/>
        </p:nvGrpSpPr>
        <p:grpSpPr>
          <a:xfrm>
            <a:off x="2503710" y="2067581"/>
            <a:ext cx="1204093" cy="478828"/>
            <a:chOff x="2063419" y="1112638"/>
            <a:chExt cx="1204093" cy="478828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1" name="Rounded Rectangle 20"/>
            <p:cNvSpPr/>
            <p:nvPr/>
          </p:nvSpPr>
          <p:spPr>
            <a:xfrm>
              <a:off x="2063419" y="1112638"/>
              <a:ext cx="1204093" cy="478828"/>
            </a:xfrm>
            <a:prstGeom prst="roundRect">
              <a:avLst>
                <a:gd name="adj" fmla="val 1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4052954"/>
                <a:satOff val="4757"/>
                <a:lumOff val="294"/>
                <a:alphaOff val="0"/>
              </a:schemeClr>
            </a:fillRef>
            <a:effectRef idx="2">
              <a:schemeClr val="accent5">
                <a:hueOff val="4052954"/>
                <a:satOff val="4757"/>
                <a:lumOff val="29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ounded Rectangle 4"/>
            <p:cNvSpPr txBox="1"/>
            <p:nvPr/>
          </p:nvSpPr>
          <p:spPr>
            <a:xfrm>
              <a:off x="2077443" y="1126662"/>
              <a:ext cx="1176045" cy="45078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575" tIns="19050" rIns="28575" bIns="190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 smtClean="0"/>
                <a:t>Service Strategy</a:t>
              </a:r>
              <a:endParaRPr lang="en-US" sz="1500" kern="12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988050" y="2292970"/>
            <a:ext cx="1354605" cy="1117266"/>
            <a:chOff x="3522602" y="1352052"/>
            <a:chExt cx="1354605" cy="1117266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5" name="Rounded Rectangle 24"/>
            <p:cNvSpPr/>
            <p:nvPr/>
          </p:nvSpPr>
          <p:spPr>
            <a:xfrm>
              <a:off x="3522602" y="1352052"/>
              <a:ext cx="1354605" cy="1117266"/>
            </a:xfrm>
            <a:prstGeom prst="roundRect">
              <a:avLst>
                <a:gd name="adj" fmla="val 10000"/>
              </a:avLst>
            </a:prstGeom>
            <a:sp3d z="-300000" contourW="19050" prstMaterial="metal">
              <a:bevelT w="88900" h="203200"/>
              <a:bevelB w="165100" h="254000"/>
            </a:sp3d>
          </p:spPr>
          <p:style>
            <a:lnRef idx="0">
              <a:schemeClr val="accent5">
                <a:hueOff val="8105908"/>
                <a:satOff val="9515"/>
                <a:lumOff val="588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Rounded Rectangle 4"/>
            <p:cNvSpPr txBox="1"/>
            <p:nvPr/>
          </p:nvSpPr>
          <p:spPr>
            <a:xfrm>
              <a:off x="3548313" y="1377763"/>
              <a:ext cx="1303183" cy="826429"/>
            </a:xfrm>
            <a:prstGeom prst="rect">
              <a:avLst/>
            </a:prstGeom>
            <a:sp3d z="-30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955" tIns="20955" rIns="20955" bIns="20955" numCol="1" spcCol="1270" anchor="t" anchorCtr="0">
              <a:noAutofit/>
            </a:bodyPr>
            <a:lstStyle/>
            <a:p>
              <a:pPr marL="57150" lvl="1" indent="-571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100" b="1" kern="1200" dirty="0" smtClean="0"/>
                <a:t/>
              </a:r>
              <a:br>
                <a:rPr lang="en-US" sz="1100" b="1" kern="1200" dirty="0" smtClean="0"/>
              </a:br>
              <a:r>
                <a:rPr lang="en-US" sz="1100" b="1" kern="1200" dirty="0" smtClean="0">
                  <a:solidFill>
                    <a:schemeClr val="accent6"/>
                  </a:solidFill>
                </a:rPr>
                <a:t>How should we do it? </a:t>
              </a:r>
              <a:r>
                <a:rPr lang="en-US" sz="1100" kern="1200" dirty="0" smtClean="0"/>
                <a:t/>
              </a:r>
              <a:br>
                <a:rPr lang="en-US" sz="1100" kern="1200" dirty="0" smtClean="0"/>
              </a:br>
              <a:r>
                <a:rPr lang="en-US" sz="1100" kern="1200" dirty="0" smtClean="0"/>
                <a:t>1C Usage</a:t>
              </a:r>
              <a:endParaRPr lang="en-US" sz="1100" kern="1200" dirty="0"/>
            </a:p>
          </p:txBody>
        </p:sp>
      </p:grpSp>
      <p:sp>
        <p:nvSpPr>
          <p:cNvPr id="30" name="Shape 29"/>
          <p:cNvSpPr/>
          <p:nvPr/>
        </p:nvSpPr>
        <p:spPr>
          <a:xfrm>
            <a:off x="4813967" y="2366638"/>
            <a:ext cx="1543149" cy="1543149"/>
          </a:xfrm>
          <a:prstGeom prst="leftCircularArrow">
            <a:avLst>
              <a:gd name="adj1" fmla="val 3471"/>
              <a:gd name="adj2" fmla="val 430428"/>
              <a:gd name="adj3" fmla="val 2205938"/>
              <a:gd name="adj4" fmla="val 9024489"/>
              <a:gd name="adj5" fmla="val 4050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10807877"/>
              <a:satOff val="12686"/>
              <a:lumOff val="785"/>
              <a:alphaOff val="0"/>
            </a:schemeClr>
          </a:fillRef>
          <a:effectRef idx="0">
            <a:schemeClr val="accent5">
              <a:hueOff val="10807877"/>
              <a:satOff val="12686"/>
              <a:lumOff val="785"/>
              <a:alphaOff val="0"/>
            </a:schemeClr>
          </a:effectRef>
          <a:fontRef idx="minor">
            <a:schemeClr val="lt1"/>
          </a:fontRef>
        </p:style>
      </p:sp>
      <p:sp>
        <p:nvSpPr>
          <p:cNvPr id="46" name="Circular Arrow 45"/>
          <p:cNvSpPr/>
          <p:nvPr/>
        </p:nvSpPr>
        <p:spPr>
          <a:xfrm>
            <a:off x="6206150" y="1719710"/>
            <a:ext cx="1716237" cy="1716237"/>
          </a:xfrm>
          <a:prstGeom prst="circularArrow">
            <a:avLst>
              <a:gd name="adj1" fmla="val 3121"/>
              <a:gd name="adj2" fmla="val 383817"/>
              <a:gd name="adj3" fmla="val 19440672"/>
              <a:gd name="adj4" fmla="val 12575511"/>
              <a:gd name="adj5" fmla="val 3642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16211816"/>
              <a:satOff val="19029"/>
              <a:lumOff val="1177"/>
              <a:alphaOff val="0"/>
            </a:schemeClr>
          </a:fillRef>
          <a:effectRef idx="0">
            <a:schemeClr val="accent5">
              <a:hueOff val="16211816"/>
              <a:satOff val="19029"/>
              <a:lumOff val="1177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7" name="Group 26"/>
          <p:cNvGrpSpPr/>
          <p:nvPr/>
        </p:nvGrpSpPr>
        <p:grpSpPr>
          <a:xfrm>
            <a:off x="4266930" y="3022370"/>
            <a:ext cx="1204093" cy="478828"/>
            <a:chOff x="3823626" y="2229904"/>
            <a:chExt cx="1204093" cy="478828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8" name="Rounded Rectangle 27"/>
            <p:cNvSpPr/>
            <p:nvPr/>
          </p:nvSpPr>
          <p:spPr>
            <a:xfrm>
              <a:off x="3823626" y="2229904"/>
              <a:ext cx="1204093" cy="478828"/>
            </a:xfrm>
            <a:prstGeom prst="roundRect">
              <a:avLst>
                <a:gd name="adj" fmla="val 1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8105908"/>
                <a:satOff val="9515"/>
                <a:lumOff val="588"/>
                <a:alphaOff val="0"/>
              </a:schemeClr>
            </a:fillRef>
            <a:effectRef idx="2">
              <a:schemeClr val="accent5">
                <a:hueOff val="8105908"/>
                <a:satOff val="9515"/>
                <a:lumOff val="58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ounded Rectangle 4"/>
            <p:cNvSpPr txBox="1"/>
            <p:nvPr/>
          </p:nvSpPr>
          <p:spPr>
            <a:xfrm>
              <a:off x="3837650" y="2243928"/>
              <a:ext cx="1176045" cy="45078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575" tIns="19050" rIns="28575" bIns="190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 smtClean="0"/>
                <a:t>Service Design</a:t>
              </a:r>
              <a:endParaRPr lang="en-US" sz="1500" kern="120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746583" y="2306995"/>
            <a:ext cx="1354605" cy="1117266"/>
            <a:chOff x="5282810" y="1352052"/>
            <a:chExt cx="1354605" cy="1117266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32" name="Rounded Rectangle 31"/>
            <p:cNvSpPr/>
            <p:nvPr/>
          </p:nvSpPr>
          <p:spPr>
            <a:xfrm>
              <a:off x="5282810" y="1352052"/>
              <a:ext cx="1354605" cy="1117266"/>
            </a:xfrm>
            <a:prstGeom prst="roundRect">
              <a:avLst>
                <a:gd name="adj" fmla="val 10000"/>
              </a:avLst>
            </a:prstGeom>
            <a:sp3d z="-300000" contourW="19050" prstMaterial="metal">
              <a:bevelT w="88900" h="203200"/>
              <a:bevelB w="165100" h="254000"/>
            </a:sp3d>
          </p:spPr>
          <p:style>
            <a:lnRef idx="0">
              <a:schemeClr val="accent5">
                <a:hueOff val="12158862"/>
                <a:satOff val="14272"/>
                <a:lumOff val="883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Rounded Rectangle 4"/>
            <p:cNvSpPr txBox="1"/>
            <p:nvPr/>
          </p:nvSpPr>
          <p:spPr>
            <a:xfrm>
              <a:off x="5308521" y="1617178"/>
              <a:ext cx="1303183" cy="826429"/>
            </a:xfrm>
            <a:prstGeom prst="rect">
              <a:avLst/>
            </a:prstGeom>
            <a:sp3d z="-30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955" tIns="20955" rIns="20955" bIns="20955" numCol="1" spcCol="1270" anchor="t" anchorCtr="0">
              <a:noAutofit/>
            </a:bodyPr>
            <a:lstStyle/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100" kern="1200" dirty="0" smtClean="0"/>
                <a:t>Customization</a:t>
              </a:r>
              <a:endParaRPr lang="en-US" sz="1100" kern="1200" dirty="0"/>
            </a:p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100" kern="1200" dirty="0" smtClean="0"/>
                <a:t>Training for staff</a:t>
              </a:r>
              <a:endParaRPr lang="en-US" sz="1100" kern="1200" dirty="0"/>
            </a:p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100" kern="1200" dirty="0" smtClean="0"/>
                <a:t>Support agents training</a:t>
              </a:r>
              <a:endParaRPr lang="en-US" sz="1100" kern="12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036918" y="2032496"/>
            <a:ext cx="1204093" cy="478828"/>
            <a:chOff x="5583833" y="1112638"/>
            <a:chExt cx="1204093" cy="478828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35" name="Rounded Rectangle 34"/>
            <p:cNvSpPr/>
            <p:nvPr/>
          </p:nvSpPr>
          <p:spPr>
            <a:xfrm>
              <a:off x="5583833" y="1112638"/>
              <a:ext cx="1204093" cy="478828"/>
            </a:xfrm>
            <a:prstGeom prst="roundRect">
              <a:avLst>
                <a:gd name="adj" fmla="val 1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12158862"/>
                <a:satOff val="14272"/>
                <a:lumOff val="883"/>
                <a:alphaOff val="0"/>
              </a:schemeClr>
            </a:fillRef>
            <a:effectRef idx="2">
              <a:schemeClr val="accent5">
                <a:hueOff val="12158862"/>
                <a:satOff val="14272"/>
                <a:lumOff val="88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Rounded Rectangle 4"/>
            <p:cNvSpPr txBox="1"/>
            <p:nvPr/>
          </p:nvSpPr>
          <p:spPr>
            <a:xfrm>
              <a:off x="5597857" y="1126662"/>
              <a:ext cx="1176045" cy="45078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575" tIns="19050" rIns="28575" bIns="190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 smtClean="0"/>
                <a:t>Service Transition</a:t>
              </a:r>
              <a:endParaRPr lang="en-US" sz="15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09235" y="3138212"/>
            <a:ext cx="1204093" cy="478828"/>
            <a:chOff x="303211" y="2229904"/>
            <a:chExt cx="1204093" cy="478828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38" name="Rounded Rectangle 37"/>
            <p:cNvSpPr/>
            <p:nvPr/>
          </p:nvSpPr>
          <p:spPr>
            <a:xfrm>
              <a:off x="303211" y="2229904"/>
              <a:ext cx="1204093" cy="478828"/>
            </a:xfrm>
            <a:prstGeom prst="roundRect">
              <a:avLst>
                <a:gd name="adj" fmla="val 1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Rounded Rectangle 4"/>
            <p:cNvSpPr txBox="1"/>
            <p:nvPr/>
          </p:nvSpPr>
          <p:spPr>
            <a:xfrm>
              <a:off x="317235" y="2243928"/>
              <a:ext cx="1176045" cy="45078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575" tIns="19050" rIns="28575" bIns="190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 smtClean="0"/>
                <a:t>Challenging Idea</a:t>
              </a:r>
              <a:endParaRPr lang="en-US" sz="1500" kern="1200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460081" y="2318681"/>
            <a:ext cx="1354605" cy="1117266"/>
            <a:chOff x="7043017" y="1352052"/>
            <a:chExt cx="1354605" cy="1117266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41" name="Rounded Rectangle 40"/>
            <p:cNvSpPr/>
            <p:nvPr/>
          </p:nvSpPr>
          <p:spPr>
            <a:xfrm>
              <a:off x="7043017" y="1352052"/>
              <a:ext cx="1354605" cy="1117266"/>
            </a:xfrm>
            <a:prstGeom prst="roundRect">
              <a:avLst>
                <a:gd name="adj" fmla="val 10000"/>
              </a:avLst>
            </a:prstGeom>
            <a:sp3d z="-300000" contourW="19050" prstMaterial="metal">
              <a:bevelT w="88900" h="203200"/>
              <a:bevelB w="165100" h="254000"/>
            </a:sp3d>
          </p:spPr>
          <p:style>
            <a:lnRef idx="0">
              <a:schemeClr val="accent5">
                <a:hueOff val="16211816"/>
                <a:satOff val="19029"/>
                <a:lumOff val="1177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2" name="Rounded Rectangle 4"/>
            <p:cNvSpPr txBox="1"/>
            <p:nvPr/>
          </p:nvSpPr>
          <p:spPr>
            <a:xfrm>
              <a:off x="7068728" y="1377763"/>
              <a:ext cx="1303183" cy="826429"/>
            </a:xfrm>
            <a:prstGeom prst="rect">
              <a:avLst/>
            </a:prstGeom>
            <a:sp3d z="-30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955" tIns="20955" rIns="20955" bIns="20955" numCol="1" spcCol="1270" anchor="t" anchorCtr="0">
              <a:noAutofit/>
            </a:bodyPr>
            <a:lstStyle/>
            <a:p>
              <a:pPr marL="57150" lvl="1" indent="-571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100" kern="1200" dirty="0" smtClean="0"/>
                <a:t/>
              </a:r>
              <a:br>
                <a:rPr lang="en-US" sz="1100" kern="1200" dirty="0" smtClean="0"/>
              </a:br>
              <a:r>
                <a:rPr lang="en-US" sz="1100" kern="1200" dirty="0" smtClean="0"/>
                <a:t>Technical Support / Service Desk</a:t>
              </a:r>
              <a:endParaRPr lang="en-US" sz="1100" kern="1200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743372" y="3114934"/>
            <a:ext cx="1204093" cy="478828"/>
            <a:chOff x="7344041" y="2229904"/>
            <a:chExt cx="1204093" cy="478828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44" name="Rounded Rectangle 43"/>
            <p:cNvSpPr/>
            <p:nvPr/>
          </p:nvSpPr>
          <p:spPr>
            <a:xfrm>
              <a:off x="7344041" y="2229904"/>
              <a:ext cx="1204093" cy="478828"/>
            </a:xfrm>
            <a:prstGeom prst="roundRect">
              <a:avLst>
                <a:gd name="adj" fmla="val 1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16211816"/>
                <a:satOff val="19029"/>
                <a:lumOff val="1177"/>
                <a:alphaOff val="0"/>
              </a:schemeClr>
            </a:fillRef>
            <a:effectRef idx="2">
              <a:schemeClr val="accent5">
                <a:hueOff val="16211816"/>
                <a:satOff val="19029"/>
                <a:lumOff val="117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ounded Rectangle 4"/>
            <p:cNvSpPr txBox="1"/>
            <p:nvPr/>
          </p:nvSpPr>
          <p:spPr>
            <a:xfrm>
              <a:off x="7358065" y="2243928"/>
              <a:ext cx="1176045" cy="45078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575" tIns="19050" rIns="28575" bIns="190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 smtClean="0"/>
                <a:t>Service Operation</a:t>
              </a:r>
              <a:endParaRPr lang="en-US" sz="1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1608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6532" y="2398060"/>
            <a:ext cx="7574494" cy="962379"/>
          </a:xfrm>
        </p:spPr>
        <p:txBody>
          <a:bodyPr wrap="square">
            <a:spAutoFit/>
          </a:bodyPr>
          <a:lstStyle/>
          <a:p>
            <a:r>
              <a:rPr lang="en-US" dirty="0" smtClean="0"/>
              <a:t>ANY QUESTIONS OR CONCERNS?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4368" y="4125197"/>
            <a:ext cx="7272338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Arial Black"/>
                <a:cs typeface="Arial Black"/>
              </a:rPr>
              <a:t>THANK YOU ALL</a:t>
            </a:r>
            <a:endParaRPr lang="en-US" sz="12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63984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Slides">
  <a:themeElements>
    <a:clrScheme name="EPAM_Color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B8BA0"/>
      </a:accent3>
      <a:accent4>
        <a:srgbClr val="A3C644"/>
      </a:accent4>
      <a:accent5>
        <a:srgbClr val="7F993A"/>
      </a:accent5>
      <a:accent6>
        <a:srgbClr val="B22746"/>
      </a:accent6>
      <a:hlink>
        <a:srgbClr val="32B6CE"/>
      </a:hlink>
      <a:folHlink>
        <a:srgbClr val="1B8A9F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AM_PPT_Template_Wide_20151008.pptx" id="{98138AE9-E54A-44E6-BA37-01C6FD579217}" vid="{50348056-48A7-4E2A-911F-A9FF925F40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fb70fdc9-ff00-46c2-a9bb-baf33e44123d">DOCID-544039001-4721</_dlc_DocId>
    <_dlc_DocIdUrl xmlns="fb70fdc9-ff00-46c2-a9bb-baf33e44123d">
      <Url>https://epam.sharepoint.com/sites/GROW/_layouts/15/DocIdRedir.aspx?ID=DOCID-544039001-4721</Url>
      <Description>DOCID-544039001-4721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C17FEDD748504DB541355F4153A693" ma:contentTypeVersion="6" ma:contentTypeDescription="Create a new document." ma:contentTypeScope="" ma:versionID="91e8d3dacce079309ffa7b43bd691e9a">
  <xsd:schema xmlns:xsd="http://www.w3.org/2001/XMLSchema" xmlns:xs="http://www.w3.org/2001/XMLSchema" xmlns:p="http://schemas.microsoft.com/office/2006/metadata/properties" xmlns:ns2="fb70fdc9-ff00-46c2-a9bb-baf33e44123d" xmlns:ns3="995221b6-6ae8-42af-be25-ed42acd8ca90" targetNamespace="http://schemas.microsoft.com/office/2006/metadata/properties" ma:root="true" ma:fieldsID="b14e9125aee0ec7d8b587f936972146f" ns2:_="" ns3:_="">
    <xsd:import namespace="fb70fdc9-ff00-46c2-a9bb-baf33e44123d"/>
    <xsd:import namespace="995221b6-6ae8-42af-be25-ed42acd8ca9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70fdc9-ff00-46c2-a9bb-baf33e44123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5221b6-6ae8-42af-be25-ed42acd8ca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E3C081-4081-47AD-A9A6-9F18F525DA1D}">
  <ds:schemaRefs>
    <ds:schemaRef ds:uri="http://purl.org/dc/dcmitype/"/>
    <ds:schemaRef ds:uri="http://schemas.microsoft.com/office/2006/metadata/properties"/>
    <ds:schemaRef ds:uri="fb70fdc9-ff00-46c2-a9bb-baf33e44123d"/>
    <ds:schemaRef ds:uri="995221b6-6ae8-42af-be25-ed42acd8ca90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15D54D6-A519-41F1-930B-D6B299EC5EB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14883F0F-DE57-4ECA-B9BB-F22E8C5B5D8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6512F62-698B-4A81-8585-C8F319CB6D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70fdc9-ff00-46c2-a9bb-baf33e44123d"/>
    <ds:schemaRef ds:uri="995221b6-6ae8-42af-be25-ed42acd8ca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EPAM_PPT_Template_Wide_20151008</Template>
  <TotalTime>1463</TotalTime>
  <Words>132</Words>
  <Application>Microsoft Office PowerPoint</Application>
  <PresentationFormat>On-screen Show (16:9)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Lucida Grande</vt:lpstr>
      <vt:lpstr>Trebuchet MS</vt:lpstr>
      <vt:lpstr>Cover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Narendra_Tayi@epam.com</dc:creator>
  <cp:lastModifiedBy>Narendra Tayi</cp:lastModifiedBy>
  <cp:revision>36</cp:revision>
  <cp:lastPrinted>2014-07-09T13:30:36Z</cp:lastPrinted>
  <dcterms:created xsi:type="dcterms:W3CDTF">2017-05-22T12:18:30Z</dcterms:created>
  <dcterms:modified xsi:type="dcterms:W3CDTF">2020-10-26T13:11:47Z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0x010100F9C17FEDD748504DB541355F4153A693</vt:lpwstr>
  </property>
  <property fmtid="{D5CDD505-2E9C-101B-9397-08002B2CF9AE}" pid="3" name="_dlc_DocIdItemGuid">
    <vt:lpwstr>f34566d4-9848-4cca-95a9-0966bfb80dcb</vt:lpwstr>
  </property>
</Properties>
</file>