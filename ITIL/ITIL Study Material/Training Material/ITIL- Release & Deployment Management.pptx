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F91CF-48DF-4077-A6E4-761172E17CC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CBBBA-7AB7-405A-972E-5200D7E53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4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57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94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53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15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478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59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82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66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20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52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1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4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72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0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4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71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1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0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4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6420D-235F-4FD9-9F33-DCAC0F404F7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BC153-4499-44E0-8286-B00E8564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7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1" y="1122363"/>
            <a:ext cx="11901054" cy="2202728"/>
          </a:xfrm>
        </p:spPr>
        <p:txBody>
          <a:bodyPr>
            <a:normAutofit/>
          </a:bodyPr>
          <a:lstStyle/>
          <a:p>
            <a:r>
              <a:rPr lang="en-US" sz="5000" b="1" dirty="0" smtClean="0"/>
              <a:t> </a:t>
            </a:r>
            <a:r>
              <a:rPr lang="en-US" sz="5000" b="1" dirty="0" smtClean="0"/>
              <a:t>       </a:t>
            </a:r>
            <a:r>
              <a:rPr lang="en-US" sz="5000" b="1" dirty="0" smtClean="0"/>
              <a:t>RELEASE &amp; DEPLOYMENT</a:t>
            </a:r>
            <a:br>
              <a:rPr lang="en-US" sz="5000" b="1" dirty="0" smtClean="0"/>
            </a:br>
            <a:r>
              <a:rPr lang="en-US" sz="5000" b="1" dirty="0" smtClean="0"/>
              <a:t> </a:t>
            </a:r>
            <a:r>
              <a:rPr lang="en-US" sz="5000" b="1" dirty="0" smtClean="0"/>
              <a:t> </a:t>
            </a:r>
            <a:r>
              <a:rPr lang="en-US" sz="5000" b="1" dirty="0" smtClean="0"/>
              <a:t>MANAGEMENT </a:t>
            </a:r>
            <a:r>
              <a:rPr lang="en-US" sz="5000" b="1" dirty="0" smtClean="0"/>
              <a:t/>
            </a:r>
            <a:br>
              <a:rPr lang="en-US" sz="5000" b="1" dirty="0" smtClean="0"/>
            </a:br>
            <a:r>
              <a:rPr lang="en-US" sz="5000" b="1" dirty="0" smtClean="0"/>
              <a:t>PROCESS</a:t>
            </a:r>
            <a:endParaRPr lang="en-US" sz="5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5637" y="4038135"/>
            <a:ext cx="9233095" cy="1082505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rgbClr val="92D050"/>
                </a:solidFill>
              </a:rPr>
              <a:t>ITIL-V3</a:t>
            </a:r>
            <a:endParaRPr lang="en-US" sz="5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283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15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2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8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3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79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84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52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78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476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77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</Words>
  <Application>Microsoft Office PowerPoint</Application>
  <PresentationFormat>Widescreen</PresentationFormat>
  <Paragraphs>12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        RELEASE &amp; DEPLOYMENT   MANAGEMENT 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 &amp; DEPLOYMENT   MANAGEMENT  PROCESS</dc:title>
  <dc:creator>Narendra Tayi</dc:creator>
  <cp:lastModifiedBy>Narendra Tayi</cp:lastModifiedBy>
  <cp:revision>2</cp:revision>
  <dcterms:created xsi:type="dcterms:W3CDTF">2020-07-15T13:20:53Z</dcterms:created>
  <dcterms:modified xsi:type="dcterms:W3CDTF">2020-07-15T13:38:03Z</dcterms:modified>
</cp:coreProperties>
</file>