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97116E-174D-4EB0-AA54-45BCB843B4ED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2F8EC8-B6DF-49AD-9DD5-AEFE9DC96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89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130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779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900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24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5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0368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912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6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787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503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489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20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613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23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197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6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4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050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89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60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46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86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439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DF63E-758B-4ED9-A0A3-91E677E32182}" type="datetimeFigureOut">
              <a:rPr lang="en-US" smtClean="0"/>
              <a:t>7/15/2020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C40D-173F-40FA-8640-0C3BE3FD6A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61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1" y="1122363"/>
            <a:ext cx="11901054" cy="2202728"/>
          </a:xfrm>
        </p:spPr>
        <p:txBody>
          <a:bodyPr>
            <a:normAutofit/>
          </a:bodyPr>
          <a:lstStyle/>
          <a:p>
            <a:r>
              <a:rPr lang="en-US" sz="5000" b="1" smtClean="0"/>
              <a:t> EVENT </a:t>
            </a:r>
            <a:r>
              <a:rPr lang="en-US" sz="5000" b="1" dirty="0" smtClean="0"/>
              <a:t>MANAGEMENT PROCESS</a:t>
            </a:r>
            <a:endParaRPr lang="en-US" sz="5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5637" y="4038135"/>
            <a:ext cx="9233095" cy="1082505"/>
          </a:xfrm>
        </p:spPr>
        <p:txBody>
          <a:bodyPr>
            <a:normAutofit/>
          </a:bodyPr>
          <a:lstStyle/>
          <a:p>
            <a:r>
              <a:rPr lang="en-US" sz="5400" dirty="0" smtClean="0">
                <a:solidFill>
                  <a:srgbClr val="92D050"/>
                </a:solidFill>
              </a:rPr>
              <a:t>ITIL-V3</a:t>
            </a:r>
            <a:endParaRPr lang="en-US" sz="5400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2428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86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2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181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6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52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326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835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781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91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72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300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654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30048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061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</Words>
  <Application>Microsoft Office PowerPoint</Application>
  <PresentationFormat>Widescreen</PresentationFormat>
  <Paragraphs>15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 EVENT MANAGEMENT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EPAM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MANAGEMENT PROCESS</dc:title>
  <dc:creator>Narendra Tayi</dc:creator>
  <cp:lastModifiedBy>Narendra Tayi</cp:lastModifiedBy>
  <cp:revision>2</cp:revision>
  <dcterms:created xsi:type="dcterms:W3CDTF">2020-07-15T10:13:49Z</dcterms:created>
  <dcterms:modified xsi:type="dcterms:W3CDTF">2020-07-15T10:40:39Z</dcterms:modified>
</cp:coreProperties>
</file>